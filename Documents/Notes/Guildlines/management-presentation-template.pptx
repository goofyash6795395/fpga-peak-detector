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70EB1-7BAB-AD6D-7F30-4C516C758602}" v="12" dt="2025-12-03T11:11:05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60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1666282-696E-4BC8-B8B0-F336AA0FA017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7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16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6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399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19/02/2026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6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19/02/2026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39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65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9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2F0D55-9CD8-4149-AC74-111428CB3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2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1D6D51-0B2F-EE4F-A57F-A63BF66DAD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90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16DADB9-326D-1548-B650-735E35C21D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8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F72749-A371-1D44-B1FE-5603940BB6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229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2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0B14CD-4A00-594A-AAD9-53EA942B52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697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3A08AC-C1EC-5445-AB28-5F047F0DB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494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CD2AA8-A7AF-544F-97FA-69AF0115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6367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FFA18-F149-0A48-9FB8-6C2B11B51F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295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19/02/2026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FC92C9B-A566-5746-8B37-73483CA90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62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19/02/2026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E47F59D-6A22-FA41-8C19-6774E8F92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7578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C5EA1-55AB-5E40-9DEF-74679B0447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16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80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4" r:id="rId2"/>
    <p:sldLayoutId id="2147483670" r:id="rId3"/>
    <p:sldLayoutId id="2147483669" r:id="rId4"/>
    <p:sldLayoutId id="2147483672" r:id="rId5"/>
    <p:sldLayoutId id="2147483671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19/02/2026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92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E278-8845-3B4C-90B8-21A5FC794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How did you manage your project?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89E3-A5E1-C740-883E-2A3C2FE5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EMEE20002 Management 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7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0A82-7164-F71D-234D-1D352076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/>
              </a:rPr>
              <a:t>Contents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01F8-39DC-9462-49DA-8FFEE091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Project Summary and Charter</a:t>
            </a:r>
            <a:endParaRPr lang="en-US" dirty="0"/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Team Structure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Planning</a:t>
            </a:r>
            <a:endParaRPr lang="en-GB" dirty="0"/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Executing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Outcomes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56119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CA0F-70B0-7D0D-F2A4-E1EFDF022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Project Summary and Charter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CE375-4536-1159-34A4-CD112DE2B0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5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4C58-A614-5AEB-92E9-75D2A314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71E5-7FAE-6D7C-565D-DDCAC4B1F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TEAM structure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3A69E-3FF8-C4E0-3AC3-6B6597705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6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E87E-7AE1-A1E5-D695-71522F56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0742-6000-21D2-991A-C63D7BC91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planning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22913-E062-C887-4BFC-5CF7D9565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5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532-E2D1-AD4F-8CA3-E2761212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062-7693-DB5D-226F-4CA50F74A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executing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A8634-CD56-25BA-EE89-E3DCCAA08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88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4C0-C2F8-EA39-A417-D8137F07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0F0A-8C02-2F4F-50E2-EB3E8741A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outcomes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3731A-8A03-4083-2F16-63484C6E6D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1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FDD7-0F72-968F-8FFF-085A8D4C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8D3E-1375-2E76-20A8-B37C006A7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LESSONS learned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A2317-3F6A-60A2-57CD-6B48C1DD1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F083564A-2207-4647-8BE4-8FD103A87836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2CA93492-6BF1-6943-AC27-762D379CC7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7FBB47-7CAF-49C9-9A22-ADC671AD2370}">
  <ds:schemaRefs>
    <ds:schemaRef ds:uri="http://schemas.microsoft.com/office/2006/documentManagement/types"/>
    <ds:schemaRef ds:uri="edb9d0e4-5370-4cfb-9e4e-bdf6de379f60"/>
    <ds:schemaRef ds:uri="http://purl.org/dc/elements/1.1/"/>
    <ds:schemaRef ds:uri="d1cf97c3-d43a-41a1-b8e4-c0cfd6ebd5e1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73a3add5-6b09-4a56-9bc7-30af613c1337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F9D86A-1C4E-4919-943A-A9552BA4B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a3add5-6b09-4a56-9bc7-30af613c1337"/>
    <ds:schemaRef ds:uri="edb9d0e4-5370-4cfb-9e4e-bdf6de379f60"/>
    <ds:schemaRef ds:uri="d1cf97c3-d43a-41a1-b8e4-c0cfd6ebd5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D93B44-5625-45D9-92B6-45F8BD713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Bristol (Main URL)</Template>
  <TotalTime>1693</TotalTime>
  <Words>14</Words>
  <Application>Microsoft Office PowerPoint</Application>
  <PresentationFormat>On-screen Show (16:9)</PresentationFormat>
  <Paragraphs>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University of Bristol (Main URL)</vt:lpstr>
      <vt:lpstr>University of Bristol (Custom URL)</vt:lpstr>
      <vt:lpstr>How did you manage your project?</vt:lpstr>
      <vt:lpstr>Contents</vt:lpstr>
      <vt:lpstr>Project Summary and Charter</vt:lpstr>
      <vt:lpstr>TEAM structure</vt:lpstr>
      <vt:lpstr>planning</vt:lpstr>
      <vt:lpstr>executing</vt:lpstr>
      <vt:lpstr>outcomes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Lee-Warren</dc:creator>
  <cp:lastModifiedBy>Georgia Price</cp:lastModifiedBy>
  <cp:revision>85</cp:revision>
  <dcterms:created xsi:type="dcterms:W3CDTF">2022-10-18T14:37:12Z</dcterms:created>
  <dcterms:modified xsi:type="dcterms:W3CDTF">2026-02-19T21:39:16Z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