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4"/>
    <p:sldMasterId id="2147483709" r:id="rId5"/>
  </p:sldMasterIdLst>
  <p:notesMasterIdLst>
    <p:notesMasterId r:id="rId12"/>
  </p:notesMasterIdLst>
  <p:sldIdLst>
    <p:sldId id="256" r:id="rId6"/>
    <p:sldId id="319" r:id="rId7"/>
    <p:sldId id="328" r:id="rId8"/>
    <p:sldId id="329" r:id="rId9"/>
    <p:sldId id="325" r:id="rId10"/>
    <p:sldId id="321" r:id="rId11"/>
  </p:sldIdLst>
  <p:sldSz cx="9144000" cy="5143500" type="screen16x9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5DA3"/>
    <a:srgbClr val="A91F2E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A75863-BBC3-4943-866A-71E99143DAED}" v="426" dt="2025-12-03T23:02:32.1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70"/>
    <p:restoredTop sz="94720"/>
  </p:normalViewPr>
  <p:slideViewPr>
    <p:cSldViewPr snapToGrid="0">
      <p:cViewPr varScale="1">
        <p:scale>
          <a:sx n="109" d="100"/>
          <a:sy n="109" d="100"/>
        </p:scale>
        <p:origin x="184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theme" Target="theme/theme1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76060C9-4F9C-4633-A8C3-6F32FC224519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zh-CN" altLang="en-US"/>
        </a:p>
      </dgm:t>
    </dgm:pt>
    <dgm:pt modelId="{36E3B70A-2B3C-4CB6-8258-F783A8D947BE}">
      <dgm:prSet phldrT="[文本]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 rtl="0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FPGA peak Detector</a:t>
          </a:r>
        </a:p>
      </dgm:t>
    </dgm:pt>
    <dgm:pt modelId="{A152F6D8-1644-44AB-B4CE-1C4D046D5A4A}" type="parTrans" cxnId="{AA3A0B9A-2C4A-4AB8-9BD6-800500537C53}">
      <dgm:prSet/>
      <dgm:spPr/>
      <dgm:t>
        <a:bodyPr/>
        <a:lstStyle/>
        <a:p>
          <a:endParaRPr lang="zh-CN" altLang="en-US"/>
        </a:p>
      </dgm:t>
    </dgm:pt>
    <dgm:pt modelId="{77F130DE-2F9F-4FDB-AE03-611F0BF8CB81}" type="sibTrans" cxnId="{AA3A0B9A-2C4A-4AB8-9BD6-800500537C53}">
      <dgm:prSet/>
      <dgm:spPr/>
      <dgm:t>
        <a:bodyPr/>
        <a:lstStyle/>
        <a:p>
          <a:endParaRPr lang="zh-CN" altLang="en-US"/>
        </a:p>
      </dgm:t>
    </dgm:pt>
    <dgm:pt modelId="{2D501A6C-CB1C-42AF-A2B4-95A7ADFD6EB8}">
      <dgm:prSet phldrT="[文本]" phldr="0" custT="1"/>
      <dgm:spPr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gm:spPr>
      <dgm:t>
        <a:bodyPr spcFirstLastPara="0" vert="horz" wrap="square" lIns="5080" tIns="5080" rIns="5080" bIns="5080" numCol="1" spcCol="1270" anchor="ctr" anchorCtr="0"/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prstClr val="white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Algorithm level</a:t>
          </a:r>
        </a:p>
      </dgm:t>
    </dgm:pt>
    <dgm:pt modelId="{47D56DEB-1BD9-431C-A9F1-63D6F6A8099D}" type="parTrans" cxnId="{B23F160A-21F7-42A0-BB3C-49F14B86092C}">
      <dgm:prSet/>
      <dgm:spPr/>
      <dgm:t>
        <a:bodyPr/>
        <a:lstStyle/>
        <a:p>
          <a:endParaRPr lang="zh-CN" altLang="en-US"/>
        </a:p>
      </dgm:t>
    </dgm:pt>
    <dgm:pt modelId="{D5832A88-F911-4DAF-9868-E6D6974C1FA6}" type="sibTrans" cxnId="{B23F160A-21F7-42A0-BB3C-49F14B86092C}">
      <dgm:prSet/>
      <dgm:spPr/>
      <dgm:t>
        <a:bodyPr/>
        <a:lstStyle/>
        <a:p>
          <a:endParaRPr lang="zh-CN" altLang="en-US"/>
        </a:p>
      </dgm:t>
    </dgm:pt>
    <dgm:pt modelId="{E19E024F-CBA0-486F-8154-B476C77F0020}">
      <dgm:prSet phldrT="[文本]"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 rtl="0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Register level</a:t>
          </a:r>
        </a:p>
      </dgm:t>
    </dgm:pt>
    <dgm:pt modelId="{2905B16C-77D4-4CB9-8BFC-781286174F38}" type="parTrans" cxnId="{DC4D6DA3-FB3D-4A9F-B195-F023A46EBCFF}">
      <dgm:prSet/>
      <dgm:spPr/>
      <dgm:t>
        <a:bodyPr/>
        <a:lstStyle/>
        <a:p>
          <a:endParaRPr lang="zh-CN" altLang="en-US"/>
        </a:p>
      </dgm:t>
    </dgm:pt>
    <dgm:pt modelId="{ADDD845D-4CD4-4B3F-AB2B-4E39F9B0BFA6}" type="sibTrans" cxnId="{DC4D6DA3-FB3D-4A9F-B195-F023A46EBCFF}">
      <dgm:prSet/>
      <dgm:spPr/>
      <dgm:t>
        <a:bodyPr/>
        <a:lstStyle/>
        <a:p>
          <a:endParaRPr lang="zh-CN" altLang="en-US"/>
        </a:p>
      </dgm:t>
    </dgm:pt>
    <dgm:pt modelId="{7A7C0BE4-DBF4-4822-AD17-934CD1F18143}">
      <dgm:prSet phldrT="[文本]"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Assemble</a:t>
          </a:r>
        </a:p>
      </dgm:t>
    </dgm:pt>
    <dgm:pt modelId="{6481E83F-D673-4C63-B7D8-46D56BB0E885}" type="parTrans" cxnId="{C6973C19-CDF2-4B16-A71E-DE2603511778}">
      <dgm:prSet/>
      <dgm:spPr/>
      <dgm:t>
        <a:bodyPr/>
        <a:lstStyle/>
        <a:p>
          <a:endParaRPr lang="zh-CN" altLang="en-US"/>
        </a:p>
      </dgm:t>
    </dgm:pt>
    <dgm:pt modelId="{A7065659-1105-4D12-9D2C-015272F3B2AB}" type="sibTrans" cxnId="{C6973C19-CDF2-4B16-A71E-DE2603511778}">
      <dgm:prSet/>
      <dgm:spPr/>
      <dgm:t>
        <a:bodyPr/>
        <a:lstStyle/>
        <a:p>
          <a:endParaRPr lang="zh-CN" altLang="en-US"/>
        </a:p>
      </dgm:t>
    </dgm:pt>
    <dgm:pt modelId="{0DA66697-6CB8-4EF4-A2AD-2BBD93CD5158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Synthesis</a:t>
          </a:r>
        </a:p>
      </dgm:t>
    </dgm:pt>
    <dgm:pt modelId="{04B99688-13A1-49D0-BBA7-055FD790B623}" type="parTrans" cxnId="{11B684B2-13E7-486E-AD86-28B9159AF260}">
      <dgm:prSet/>
      <dgm:spPr/>
      <dgm:t>
        <a:bodyPr/>
        <a:lstStyle/>
        <a:p>
          <a:endParaRPr lang="zh-CN" altLang="en-US"/>
        </a:p>
      </dgm:t>
    </dgm:pt>
    <dgm:pt modelId="{DAFBD978-87A9-4498-9C9C-F298390007C0}" type="sibTrans" cxnId="{11B684B2-13E7-486E-AD86-28B9159AF260}">
      <dgm:prSet/>
      <dgm:spPr/>
      <dgm:t>
        <a:bodyPr/>
        <a:lstStyle/>
        <a:p>
          <a:endParaRPr lang="zh-CN" altLang="en-US"/>
        </a:p>
      </dgm:t>
    </dgm:pt>
    <dgm:pt modelId="{AC7B98EA-B026-4F08-8052-EC037FB5D742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Submission</a:t>
          </a:r>
        </a:p>
      </dgm:t>
    </dgm:pt>
    <dgm:pt modelId="{184A1767-DA0B-466E-A9D1-FB42AE272BD1}" type="parTrans" cxnId="{3E2493DF-B30D-414A-B05C-D9413BE7AF77}">
      <dgm:prSet/>
      <dgm:spPr/>
      <dgm:t>
        <a:bodyPr/>
        <a:lstStyle/>
        <a:p>
          <a:endParaRPr lang="zh-CN" altLang="en-US"/>
        </a:p>
      </dgm:t>
    </dgm:pt>
    <dgm:pt modelId="{051A0850-0203-443D-AB2E-9CD76C243A2A}" type="sibTrans" cxnId="{3E2493DF-B30D-414A-B05C-D9413BE7AF77}">
      <dgm:prSet/>
      <dgm:spPr/>
      <dgm:t>
        <a:bodyPr/>
        <a:lstStyle/>
        <a:p>
          <a:endParaRPr lang="zh-CN" altLang="en-US"/>
        </a:p>
      </dgm:t>
    </dgm:pt>
    <dgm:pt modelId="{5464455F-FE27-4E2B-B770-7475AE342F46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 rtl="0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DP pseudocode </a:t>
          </a:r>
        </a:p>
      </dgm:t>
    </dgm:pt>
    <dgm:pt modelId="{1DB38FF9-3325-4F16-A9E6-F84CAFC8FF0F}" type="parTrans" cxnId="{F686275E-47E9-486E-BB8E-F02C14C06A5D}">
      <dgm:prSet/>
      <dgm:spPr/>
      <dgm:t>
        <a:bodyPr/>
        <a:lstStyle/>
        <a:p>
          <a:endParaRPr lang="zh-CN" altLang="en-US"/>
        </a:p>
      </dgm:t>
    </dgm:pt>
    <dgm:pt modelId="{CB17FA13-D2CE-4421-AB75-8AED2E20FEAB}" type="sibTrans" cxnId="{F686275E-47E9-486E-BB8E-F02C14C06A5D}">
      <dgm:prSet/>
      <dgm:spPr/>
      <dgm:t>
        <a:bodyPr/>
        <a:lstStyle/>
        <a:p>
          <a:endParaRPr lang="zh-CN" altLang="en-US"/>
        </a:p>
      </dgm:t>
    </dgm:pt>
    <dgm:pt modelId="{62693056-0B0D-4626-992C-051F2E792B18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 rtl="0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CP FSM</a:t>
          </a:r>
        </a:p>
      </dgm:t>
    </dgm:pt>
    <dgm:pt modelId="{ED448E46-0EEB-443E-8BA7-D1038693D95C}" type="parTrans" cxnId="{A7D5613C-366C-424C-AB92-59CBB244D507}">
      <dgm:prSet/>
      <dgm:spPr/>
      <dgm:t>
        <a:bodyPr/>
        <a:lstStyle/>
        <a:p>
          <a:endParaRPr lang="zh-CN" altLang="en-US"/>
        </a:p>
      </dgm:t>
    </dgm:pt>
    <dgm:pt modelId="{8DEAB065-FB29-4E96-9A29-52D8AF714414}" type="sibTrans" cxnId="{A7D5613C-366C-424C-AB92-59CBB244D507}">
      <dgm:prSet/>
      <dgm:spPr/>
      <dgm:t>
        <a:bodyPr/>
        <a:lstStyle/>
        <a:p>
          <a:endParaRPr lang="zh-CN" altLang="en-US"/>
        </a:p>
      </dgm:t>
    </dgm:pt>
    <dgm:pt modelId="{0DDEBA6E-DCFC-429B-A5C1-488212499341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 rtl="0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Port define</a:t>
          </a:r>
        </a:p>
      </dgm:t>
    </dgm:pt>
    <dgm:pt modelId="{8180F4DF-4810-4E67-9CAB-CCD290DBCE0F}" type="parTrans" cxnId="{A180804F-D9B2-42D8-8DA9-ACA14774B0C1}">
      <dgm:prSet/>
      <dgm:spPr/>
      <dgm:t>
        <a:bodyPr/>
        <a:lstStyle/>
        <a:p>
          <a:endParaRPr lang="zh-CN" altLang="en-US"/>
        </a:p>
      </dgm:t>
    </dgm:pt>
    <dgm:pt modelId="{16B3C329-B8C0-4428-8664-5870E397FCAD}" type="sibTrans" cxnId="{A180804F-D9B2-42D8-8DA9-ACA14774B0C1}">
      <dgm:prSet/>
      <dgm:spPr/>
      <dgm:t>
        <a:bodyPr/>
        <a:lstStyle/>
        <a:p>
          <a:endParaRPr lang="zh-CN" altLang="en-US"/>
        </a:p>
      </dgm:t>
    </dgm:pt>
    <dgm:pt modelId="{944D8054-A2B7-4299-B693-A3F41E66066D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 rtl="0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Logic design</a:t>
          </a:r>
        </a:p>
      </dgm:t>
    </dgm:pt>
    <dgm:pt modelId="{9A27FA61-BD83-43D4-A894-AE1B5F6799DC}" type="parTrans" cxnId="{FE6B4699-4F2F-4D40-84A9-00994D9AB760}">
      <dgm:prSet/>
      <dgm:spPr/>
      <dgm:t>
        <a:bodyPr/>
        <a:lstStyle/>
        <a:p>
          <a:endParaRPr lang="zh-CN" altLang="en-US"/>
        </a:p>
      </dgm:t>
    </dgm:pt>
    <dgm:pt modelId="{F96B9A4F-6160-4779-A99D-6740BC85ABD3}" type="sibTrans" cxnId="{FE6B4699-4F2F-4D40-84A9-00994D9AB760}">
      <dgm:prSet/>
      <dgm:spPr/>
      <dgm:t>
        <a:bodyPr/>
        <a:lstStyle/>
        <a:p>
          <a:endParaRPr lang="zh-CN" altLang="en-US"/>
        </a:p>
      </dgm:t>
    </dgm:pt>
    <dgm:pt modelId="{A211AE1B-2D58-430E-81A9-7470B99FFD08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 rtl="0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Interconnection</a:t>
          </a:r>
        </a:p>
      </dgm:t>
    </dgm:pt>
    <dgm:pt modelId="{BFB00E75-F2D1-4CB4-B8D1-919071F74C94}" type="parTrans" cxnId="{8E94CC34-B6C0-4ECC-B2FA-2D41DED5C5CC}">
      <dgm:prSet/>
      <dgm:spPr/>
      <dgm:t>
        <a:bodyPr/>
        <a:lstStyle/>
        <a:p>
          <a:endParaRPr lang="zh-CN" altLang="en-US"/>
        </a:p>
      </dgm:t>
    </dgm:pt>
    <dgm:pt modelId="{6A3B6749-EA12-4BAD-B846-9950C88DD2D0}" type="sibTrans" cxnId="{8E94CC34-B6C0-4ECC-B2FA-2D41DED5C5CC}">
      <dgm:prSet/>
      <dgm:spPr/>
      <dgm:t>
        <a:bodyPr/>
        <a:lstStyle/>
        <a:p>
          <a:endParaRPr lang="zh-CN" altLang="en-US"/>
        </a:p>
      </dgm:t>
    </dgm:pt>
    <dgm:pt modelId="{009318C8-8591-4C1B-891A-490442B47FAF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 rtl="0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CP VHDL</a:t>
          </a:r>
        </a:p>
      </dgm:t>
    </dgm:pt>
    <dgm:pt modelId="{5942B258-29FD-4AB2-923C-2F985D439EC7}" type="parTrans" cxnId="{37EF61C7-1113-4A72-82CF-CC37FB74EFE7}">
      <dgm:prSet/>
      <dgm:spPr/>
      <dgm:t>
        <a:bodyPr/>
        <a:lstStyle/>
        <a:p>
          <a:endParaRPr lang="zh-CN" altLang="en-US"/>
        </a:p>
      </dgm:t>
    </dgm:pt>
    <dgm:pt modelId="{106EE8BD-0836-4913-8CF4-BDFF274B9C5F}" type="sibTrans" cxnId="{37EF61C7-1113-4A72-82CF-CC37FB74EFE7}">
      <dgm:prSet/>
      <dgm:spPr/>
      <dgm:t>
        <a:bodyPr/>
        <a:lstStyle/>
        <a:p>
          <a:endParaRPr lang="zh-CN" altLang="en-US"/>
        </a:p>
      </dgm:t>
    </dgm:pt>
    <dgm:pt modelId="{D87E956D-0547-4128-AFF1-BD73C88E3683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Design &amp; Simulate</a:t>
          </a:r>
        </a:p>
      </dgm:t>
    </dgm:pt>
    <dgm:pt modelId="{96DF1B58-6C96-457F-B9C5-CA7F883CA9C3}" type="parTrans" cxnId="{FD72C1D1-27C7-4EAF-A494-D73D5EB0BEFF}">
      <dgm:prSet/>
      <dgm:spPr/>
      <dgm:t>
        <a:bodyPr/>
        <a:lstStyle/>
        <a:p>
          <a:endParaRPr lang="zh-CN" altLang="en-US"/>
        </a:p>
      </dgm:t>
    </dgm:pt>
    <dgm:pt modelId="{B3B0C96C-471B-4169-AD62-020428869CE6}" type="sibTrans" cxnId="{FD72C1D1-27C7-4EAF-A494-D73D5EB0BEFF}">
      <dgm:prSet/>
      <dgm:spPr/>
      <dgm:t>
        <a:bodyPr/>
        <a:lstStyle/>
        <a:p>
          <a:endParaRPr lang="zh-CN" altLang="en-US"/>
        </a:p>
      </dgm:t>
    </dgm:pt>
    <dgm:pt modelId="{C4CA07C3-E713-4CD5-8BC0-C3536C8A44AA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DP VHDL</a:t>
          </a:r>
        </a:p>
      </dgm:t>
    </dgm:pt>
    <dgm:pt modelId="{2EF0AAD6-7F59-4A6B-A71D-0B0DF363F5B2}" type="parTrans" cxnId="{371C5A98-5916-48DA-8EBC-F70B9D64843C}">
      <dgm:prSet/>
      <dgm:spPr/>
      <dgm:t>
        <a:bodyPr/>
        <a:lstStyle/>
        <a:p>
          <a:endParaRPr lang="zh-CN" altLang="en-US"/>
        </a:p>
      </dgm:t>
    </dgm:pt>
    <dgm:pt modelId="{E6A619D5-1A07-4FD0-B648-B441F5CE4731}" type="sibTrans" cxnId="{371C5A98-5916-48DA-8EBC-F70B9D64843C}">
      <dgm:prSet/>
      <dgm:spPr/>
      <dgm:t>
        <a:bodyPr/>
        <a:lstStyle/>
        <a:p>
          <a:endParaRPr lang="zh-CN" altLang="en-US"/>
        </a:p>
      </dgm:t>
    </dgm:pt>
    <dgm:pt modelId="{D69A1BCA-7F2E-4B66-AD87-7F8F5F0E7127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Write code</a:t>
          </a:r>
        </a:p>
      </dgm:t>
    </dgm:pt>
    <dgm:pt modelId="{829EEEF6-E0FC-4E2A-B21E-EE176E5A1308}" type="parTrans" cxnId="{B130A156-E2A7-4B36-9A4D-CF13A67D9BA1}">
      <dgm:prSet/>
      <dgm:spPr/>
      <dgm:t>
        <a:bodyPr/>
        <a:lstStyle/>
        <a:p>
          <a:endParaRPr lang="zh-CN" altLang="en-US"/>
        </a:p>
      </dgm:t>
    </dgm:pt>
    <dgm:pt modelId="{438237A3-3033-4761-A96A-C29437511893}" type="sibTrans" cxnId="{B130A156-E2A7-4B36-9A4D-CF13A67D9BA1}">
      <dgm:prSet/>
      <dgm:spPr/>
      <dgm:t>
        <a:bodyPr/>
        <a:lstStyle/>
        <a:p>
          <a:endParaRPr lang="zh-CN" altLang="en-US"/>
        </a:p>
      </dgm:t>
    </dgm:pt>
    <dgm:pt modelId="{BD93D27F-6DCB-4C5E-ABB8-D1EEE6ED99C8}">
      <dgm:prSet phldrT="[文本]"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Packaged VHDL</a:t>
          </a:r>
        </a:p>
      </dgm:t>
    </dgm:pt>
    <dgm:pt modelId="{E1B10AF9-0298-4395-94AA-D492910DB747}" type="parTrans" cxnId="{8015BCCA-10A8-4CD6-9470-22AB4F79C854}">
      <dgm:prSet/>
      <dgm:spPr/>
      <dgm:t>
        <a:bodyPr/>
        <a:lstStyle/>
        <a:p>
          <a:endParaRPr lang="zh-CN" altLang="en-US"/>
        </a:p>
      </dgm:t>
    </dgm:pt>
    <dgm:pt modelId="{74BBCA0F-EE83-4112-B4AF-E47662E275ED}" type="sibTrans" cxnId="{8015BCCA-10A8-4CD6-9470-22AB4F79C854}">
      <dgm:prSet/>
      <dgm:spPr/>
      <dgm:t>
        <a:bodyPr/>
        <a:lstStyle/>
        <a:p>
          <a:endParaRPr lang="zh-CN" altLang="en-US"/>
        </a:p>
      </dgm:t>
    </dgm:pt>
    <dgm:pt modelId="{F1726AEE-CE55-4BB4-A8AA-8800550F371C}">
      <dgm:prSet phldrT="[文本]"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Link generator</a:t>
          </a:r>
        </a:p>
      </dgm:t>
    </dgm:pt>
    <dgm:pt modelId="{857F5033-3184-434C-A9F8-AE89C1A4F85B}" type="parTrans" cxnId="{C9EDCA09-D2AE-4E56-8A7D-28BD341B13B8}">
      <dgm:prSet/>
      <dgm:spPr/>
      <dgm:t>
        <a:bodyPr/>
        <a:lstStyle/>
        <a:p>
          <a:endParaRPr lang="zh-CN" altLang="en-US"/>
        </a:p>
      </dgm:t>
    </dgm:pt>
    <dgm:pt modelId="{2947866A-7DB9-448A-BB18-851AB646993F}" type="sibTrans" cxnId="{C9EDCA09-D2AE-4E56-8A7D-28BD341B13B8}">
      <dgm:prSet/>
      <dgm:spPr/>
      <dgm:t>
        <a:bodyPr/>
        <a:lstStyle/>
        <a:p>
          <a:endParaRPr lang="zh-CN" altLang="en-US"/>
        </a:p>
      </dgm:t>
    </dgm:pt>
    <dgm:pt modelId="{AE733884-D7E6-46AE-8BC0-0E2A02161842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FPGA Bitstream</a:t>
          </a:r>
        </a:p>
      </dgm:t>
    </dgm:pt>
    <dgm:pt modelId="{80A5AAE1-3016-4C2B-BC6F-F5B7F86617C3}" type="parTrans" cxnId="{FE0765F2-9ED6-410C-B560-E92D00792803}">
      <dgm:prSet/>
      <dgm:spPr/>
      <dgm:t>
        <a:bodyPr/>
        <a:lstStyle/>
        <a:p>
          <a:endParaRPr lang="zh-CN" altLang="en-US"/>
        </a:p>
      </dgm:t>
    </dgm:pt>
    <dgm:pt modelId="{FB779B04-70CA-4845-AC31-42114BF03D96}" type="sibTrans" cxnId="{FE0765F2-9ED6-410C-B560-E92D00792803}">
      <dgm:prSet/>
      <dgm:spPr/>
      <dgm:t>
        <a:bodyPr/>
        <a:lstStyle/>
        <a:p>
          <a:endParaRPr lang="zh-CN" altLang="en-US"/>
        </a:p>
      </dgm:t>
    </dgm:pt>
    <dgm:pt modelId="{4B84B45B-D670-4CE0-9EF1-C767B22A205B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Link Rx &amp; Tx</a:t>
          </a:r>
        </a:p>
      </dgm:t>
    </dgm:pt>
    <dgm:pt modelId="{4D8B2F02-1A81-4923-BE0D-CAFD2584068C}" type="parTrans" cxnId="{E4B7F06E-0F93-4044-8473-DF677019E61C}">
      <dgm:prSet/>
      <dgm:spPr/>
      <dgm:t>
        <a:bodyPr/>
        <a:lstStyle/>
        <a:p>
          <a:endParaRPr lang="zh-CN" altLang="en-US"/>
        </a:p>
      </dgm:t>
    </dgm:pt>
    <dgm:pt modelId="{0DDAB7B8-7757-4B24-A169-BA3960F6476F}" type="sibTrans" cxnId="{E4B7F06E-0F93-4044-8473-DF677019E61C}">
      <dgm:prSet/>
      <dgm:spPr/>
      <dgm:t>
        <a:bodyPr/>
        <a:lstStyle/>
        <a:p>
          <a:endParaRPr lang="zh-CN" altLang="en-US"/>
        </a:p>
      </dgm:t>
    </dgm:pt>
    <dgm:pt modelId="{49CB201D-86A2-4F12-916B-6ADD2617F8F8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Timing constraint</a:t>
          </a:r>
        </a:p>
      </dgm:t>
    </dgm:pt>
    <dgm:pt modelId="{92827E6D-CF61-4C2B-8B33-2C38F2110338}" type="parTrans" cxnId="{92E547C6-6E28-467F-9E4D-A85F618D7BD6}">
      <dgm:prSet/>
      <dgm:spPr/>
      <dgm:t>
        <a:bodyPr/>
        <a:lstStyle/>
        <a:p>
          <a:endParaRPr lang="zh-CN" altLang="en-US"/>
        </a:p>
      </dgm:t>
    </dgm:pt>
    <dgm:pt modelId="{C369EC8E-AE0F-4C7C-9CFE-FE2FFC25AB90}" type="sibTrans" cxnId="{92E547C6-6E28-467F-9E4D-A85F618D7BD6}">
      <dgm:prSet/>
      <dgm:spPr/>
      <dgm:t>
        <a:bodyPr/>
        <a:lstStyle/>
        <a:p>
          <a:endParaRPr lang="zh-CN" altLang="en-US"/>
        </a:p>
      </dgm:t>
    </dgm:pt>
    <dgm:pt modelId="{EC5B6BA5-8B27-48D1-BC34-DC94FCB181D7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Report</a:t>
          </a:r>
        </a:p>
      </dgm:t>
    </dgm:pt>
    <dgm:pt modelId="{CF9B5626-7FB7-4F12-A803-E460767C759A}" type="parTrans" cxnId="{A2DD6A17-2455-44AA-B10E-2857F1692880}">
      <dgm:prSet/>
      <dgm:spPr/>
      <dgm:t>
        <a:bodyPr/>
        <a:lstStyle/>
        <a:p>
          <a:endParaRPr lang="zh-CN" altLang="en-US"/>
        </a:p>
      </dgm:t>
    </dgm:pt>
    <dgm:pt modelId="{87667234-7A9B-46BC-8C96-00011C04A33C}" type="sibTrans" cxnId="{A2DD6A17-2455-44AA-B10E-2857F1692880}">
      <dgm:prSet/>
      <dgm:spPr/>
      <dgm:t>
        <a:bodyPr/>
        <a:lstStyle/>
        <a:p>
          <a:endParaRPr lang="zh-CN" altLang="en-US"/>
        </a:p>
      </dgm:t>
    </dgm:pt>
    <dgm:pt modelId="{A7FE76EE-D1E0-4C85-BEBD-F4F35AA4EDA6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FPGA Product</a:t>
          </a:r>
        </a:p>
      </dgm:t>
    </dgm:pt>
    <dgm:pt modelId="{C1E04D17-FEB3-44A1-A150-3C166055A6D8}" type="parTrans" cxnId="{1C70456B-1821-4DF8-9C1B-569B50522D3C}">
      <dgm:prSet/>
      <dgm:spPr/>
      <dgm:t>
        <a:bodyPr/>
        <a:lstStyle/>
        <a:p>
          <a:endParaRPr lang="zh-CN" altLang="en-US"/>
        </a:p>
      </dgm:t>
    </dgm:pt>
    <dgm:pt modelId="{BEF9C721-5308-4AD3-A7CD-6464BFB7074B}" type="sibTrans" cxnId="{1C70456B-1821-4DF8-9C1B-569B50522D3C}">
      <dgm:prSet/>
      <dgm:spPr/>
      <dgm:t>
        <a:bodyPr/>
        <a:lstStyle/>
        <a:p>
          <a:endParaRPr lang="zh-CN" altLang="en-US"/>
        </a:p>
      </dgm:t>
    </dgm:pt>
    <dgm:pt modelId="{0ACAFAE2-734D-4E92-8B74-50F530A39721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Video</a:t>
          </a:r>
        </a:p>
      </dgm:t>
    </dgm:pt>
    <dgm:pt modelId="{57E80165-04C5-4256-8733-48B3E2C07CCD}" type="parTrans" cxnId="{2CCBDF76-BE04-4ED9-BBA9-B83BE4A91E9E}">
      <dgm:prSet/>
      <dgm:spPr/>
      <dgm:t>
        <a:bodyPr/>
        <a:lstStyle/>
        <a:p>
          <a:endParaRPr lang="zh-CN" altLang="en-US"/>
        </a:p>
      </dgm:t>
    </dgm:pt>
    <dgm:pt modelId="{FBC27EE3-E2ED-4AE4-ADF7-39D552873CFB}" type="sibTrans" cxnId="{2CCBDF76-BE04-4ED9-BBA9-B83BE4A91E9E}">
      <dgm:prSet/>
      <dgm:spPr/>
      <dgm:t>
        <a:bodyPr/>
        <a:lstStyle/>
        <a:p>
          <a:endParaRPr lang="zh-CN" altLang="en-US"/>
        </a:p>
      </dgm:t>
    </dgm:pt>
    <dgm:pt modelId="{4A020AB9-1CB9-4A73-A69B-DF30A6A8FD18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Design testbench</a:t>
          </a:r>
        </a:p>
      </dgm:t>
    </dgm:pt>
    <dgm:pt modelId="{A907B150-ED25-4992-87D3-BE0B10E5A6F1}" type="parTrans" cxnId="{3B9D83AA-26D0-4F6A-A2F5-20AA2B5CB4B9}">
      <dgm:prSet/>
      <dgm:spPr/>
      <dgm:t>
        <a:bodyPr/>
        <a:lstStyle/>
        <a:p>
          <a:endParaRPr lang="zh-CN" altLang="en-US"/>
        </a:p>
      </dgm:t>
    </dgm:pt>
    <dgm:pt modelId="{142F3B7E-BD69-411E-9FFF-2B0372586099}" type="sibTrans" cxnId="{3B9D83AA-26D0-4F6A-A2F5-20AA2B5CB4B9}">
      <dgm:prSet/>
      <dgm:spPr/>
      <dgm:t>
        <a:bodyPr/>
        <a:lstStyle/>
        <a:p>
          <a:endParaRPr lang="zh-CN" altLang="en-US"/>
        </a:p>
      </dgm:t>
    </dgm:pt>
    <dgm:pt modelId="{CC309443-3AE2-4840-BF6D-742DD89C02B0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Simulate</a:t>
          </a:r>
        </a:p>
      </dgm:t>
    </dgm:pt>
    <dgm:pt modelId="{8220A022-C4EE-4414-B698-81EB803A3339}" type="parTrans" cxnId="{0A96C38D-A82D-43CE-89A8-AD4002F2F1AF}">
      <dgm:prSet/>
      <dgm:spPr/>
      <dgm:t>
        <a:bodyPr/>
        <a:lstStyle/>
        <a:p>
          <a:endParaRPr lang="zh-CN" altLang="en-US"/>
        </a:p>
      </dgm:t>
    </dgm:pt>
    <dgm:pt modelId="{8D6579A3-146E-4E6F-AEC7-89CD89785C3E}" type="sibTrans" cxnId="{0A96C38D-A82D-43CE-89A8-AD4002F2F1AF}">
      <dgm:prSet/>
      <dgm:spPr/>
      <dgm:t>
        <a:bodyPr/>
        <a:lstStyle/>
        <a:p>
          <a:endParaRPr lang="zh-CN" altLang="en-US"/>
        </a:p>
      </dgm:t>
    </dgm:pt>
    <dgm:pt modelId="{C95ED86A-4959-4DA4-8CEE-B429C5F3AE99}">
      <dgm:prSet phldrT="[文本]"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Test &amp; verify</a:t>
          </a:r>
        </a:p>
      </dgm:t>
    </dgm:pt>
    <dgm:pt modelId="{DC549162-694A-4E5C-B0D9-C707BE00B4AB}" type="sibTrans" cxnId="{B99B0EC9-2040-4011-A624-077B05B27096}">
      <dgm:prSet/>
      <dgm:spPr/>
      <dgm:t>
        <a:bodyPr/>
        <a:lstStyle/>
        <a:p>
          <a:endParaRPr lang="zh-CN" altLang="en-US"/>
        </a:p>
      </dgm:t>
    </dgm:pt>
    <dgm:pt modelId="{ECFC4A49-5796-4443-950F-58AA783E61B0}" type="parTrans" cxnId="{B99B0EC9-2040-4011-A624-077B05B27096}">
      <dgm:prSet/>
      <dgm:spPr/>
      <dgm:t>
        <a:bodyPr/>
        <a:lstStyle/>
        <a:p>
          <a:endParaRPr lang="zh-CN" altLang="en-US"/>
        </a:p>
      </dgm:t>
    </dgm:pt>
    <dgm:pt modelId="{5E0D9EA1-9489-4592-9738-7918480FCB62}" type="pres">
      <dgm:prSet presAssocID="{576060C9-4F9C-4633-A8C3-6F32FC224519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F44B72BE-01EB-4D40-B520-EB27B33F5DE2}" type="pres">
      <dgm:prSet presAssocID="{36E3B70A-2B3C-4CB6-8258-F783A8D947BE}" presName="hierRoot1" presStyleCnt="0">
        <dgm:presLayoutVars>
          <dgm:hierBranch/>
        </dgm:presLayoutVars>
      </dgm:prSet>
      <dgm:spPr/>
    </dgm:pt>
    <dgm:pt modelId="{0357C0BB-7D1D-4082-A6A5-7B4437DACF93}" type="pres">
      <dgm:prSet presAssocID="{36E3B70A-2B3C-4CB6-8258-F783A8D947BE}" presName="rootComposite1" presStyleCnt="0"/>
      <dgm:spPr/>
    </dgm:pt>
    <dgm:pt modelId="{2B6B62F3-3567-4C95-960A-6F5C0EE787E2}" type="pres">
      <dgm:prSet presAssocID="{36E3B70A-2B3C-4CB6-8258-F783A8D947BE}" presName="rootText1" presStyleLbl="node0" presStyleIdx="0" presStyleCnt="1" custLinFactNeighborY="-9528">
        <dgm:presLayoutVars>
          <dgm:chPref val="3"/>
        </dgm:presLayoutVars>
      </dgm:prSet>
      <dgm:spPr/>
    </dgm:pt>
    <dgm:pt modelId="{CA11A3FA-01E0-4DBE-9FE3-99C7CF27F1EF}" type="pres">
      <dgm:prSet presAssocID="{36E3B70A-2B3C-4CB6-8258-F783A8D947BE}" presName="rootConnector1" presStyleLbl="node1" presStyleIdx="0" presStyleCnt="0"/>
      <dgm:spPr/>
    </dgm:pt>
    <dgm:pt modelId="{EFCB87B7-8102-4D9F-9F0B-35CF70E40100}" type="pres">
      <dgm:prSet presAssocID="{36E3B70A-2B3C-4CB6-8258-F783A8D947BE}" presName="hierChild2" presStyleCnt="0"/>
      <dgm:spPr/>
    </dgm:pt>
    <dgm:pt modelId="{A100D25F-21B2-1645-A92A-DC662ACBB090}" type="pres">
      <dgm:prSet presAssocID="{47D56DEB-1BD9-431C-A9F1-63D6F6A8099D}" presName="Name35" presStyleLbl="parChTrans1D2" presStyleIdx="0" presStyleCnt="5"/>
      <dgm:spPr/>
    </dgm:pt>
    <dgm:pt modelId="{C968EE59-5448-4192-A57B-4E9C51EF2BB0}" type="pres">
      <dgm:prSet presAssocID="{2D501A6C-CB1C-42AF-A2B4-95A7ADFD6EB8}" presName="hierRoot2" presStyleCnt="0">
        <dgm:presLayoutVars>
          <dgm:hierBranch val="hang"/>
        </dgm:presLayoutVars>
      </dgm:prSet>
      <dgm:spPr/>
    </dgm:pt>
    <dgm:pt modelId="{400E2DC8-93DC-4015-966C-EAD405F9B4BD}" type="pres">
      <dgm:prSet presAssocID="{2D501A6C-CB1C-42AF-A2B4-95A7ADFD6EB8}" presName="rootComposite" presStyleCnt="0"/>
      <dgm:spPr/>
    </dgm:pt>
    <dgm:pt modelId="{F02ACFEF-EA72-4E53-AEA6-88742DAE6E43}" type="pres">
      <dgm:prSet presAssocID="{2D501A6C-CB1C-42AF-A2B4-95A7ADFD6EB8}" presName="rootText" presStyleLbl="node2" presStyleIdx="0" presStyleCnt="5">
        <dgm:presLayoutVars>
          <dgm:chPref val="3"/>
        </dgm:presLayoutVars>
      </dgm:prSet>
      <dgm:spPr>
        <a:xfrm>
          <a:off x="1220242" y="580837"/>
          <a:ext cx="816700" cy="408350"/>
        </a:xfrm>
        <a:prstGeom prst="rect">
          <a:avLst/>
        </a:prstGeom>
      </dgm:spPr>
    </dgm:pt>
    <dgm:pt modelId="{CB55DB27-6DC2-4102-B6F8-337C4EFD8ECC}" type="pres">
      <dgm:prSet presAssocID="{2D501A6C-CB1C-42AF-A2B4-95A7ADFD6EB8}" presName="rootConnector" presStyleLbl="node2" presStyleIdx="0" presStyleCnt="5"/>
      <dgm:spPr/>
    </dgm:pt>
    <dgm:pt modelId="{B29E53A9-2CFE-4261-A4E4-409E8F3E485A}" type="pres">
      <dgm:prSet presAssocID="{2D501A6C-CB1C-42AF-A2B4-95A7ADFD6EB8}" presName="hierChild4" presStyleCnt="0"/>
      <dgm:spPr/>
    </dgm:pt>
    <dgm:pt modelId="{6D945408-EDFC-B645-B238-8A8FF79D2EF8}" type="pres">
      <dgm:prSet presAssocID="{1DB38FF9-3325-4F16-A9E6-F84CAFC8FF0F}" presName="Name48" presStyleLbl="parChTrans1D3" presStyleIdx="0" presStyleCnt="9"/>
      <dgm:spPr/>
    </dgm:pt>
    <dgm:pt modelId="{DA691FFB-13DF-49A2-BD04-7920171D12AD}" type="pres">
      <dgm:prSet presAssocID="{5464455F-FE27-4E2B-B770-7475AE342F46}" presName="hierRoot2" presStyleCnt="0">
        <dgm:presLayoutVars>
          <dgm:hierBranch val="r"/>
        </dgm:presLayoutVars>
      </dgm:prSet>
      <dgm:spPr/>
    </dgm:pt>
    <dgm:pt modelId="{4316C422-5764-4DE1-AD36-C05C907937AE}" type="pres">
      <dgm:prSet presAssocID="{5464455F-FE27-4E2B-B770-7475AE342F46}" presName="rootComposite" presStyleCnt="0"/>
      <dgm:spPr/>
    </dgm:pt>
    <dgm:pt modelId="{D474D648-7468-441D-88AC-BCC959BD78E4}" type="pres">
      <dgm:prSet presAssocID="{5464455F-FE27-4E2B-B770-7475AE342F46}" presName="rootText" presStyleLbl="node3" presStyleIdx="0" presStyleCnt="9">
        <dgm:presLayoutVars>
          <dgm:chPref val="3"/>
        </dgm:presLayoutVars>
      </dgm:prSet>
      <dgm:spPr/>
    </dgm:pt>
    <dgm:pt modelId="{21186AF9-0E86-4521-938D-82BCE35523BA}" type="pres">
      <dgm:prSet presAssocID="{5464455F-FE27-4E2B-B770-7475AE342F46}" presName="rootConnector" presStyleLbl="node3" presStyleIdx="0" presStyleCnt="9"/>
      <dgm:spPr/>
    </dgm:pt>
    <dgm:pt modelId="{3C5E3954-5722-44E6-9988-67FED9443C39}" type="pres">
      <dgm:prSet presAssocID="{5464455F-FE27-4E2B-B770-7475AE342F46}" presName="hierChild4" presStyleCnt="0"/>
      <dgm:spPr/>
    </dgm:pt>
    <dgm:pt modelId="{C160F719-B833-E744-990C-02441EB444CD}" type="pres">
      <dgm:prSet presAssocID="{9A27FA61-BD83-43D4-A894-AE1B5F6799DC}" presName="Name50" presStyleLbl="parChTrans1D4" presStyleIdx="0" presStyleCnt="11"/>
      <dgm:spPr/>
    </dgm:pt>
    <dgm:pt modelId="{1F17743D-5CB8-46FD-A0C7-14DE6377A0CE}" type="pres">
      <dgm:prSet presAssocID="{944D8054-A2B7-4299-B693-A3F41E66066D}" presName="hierRoot2" presStyleCnt="0">
        <dgm:presLayoutVars>
          <dgm:hierBranch val="l"/>
        </dgm:presLayoutVars>
      </dgm:prSet>
      <dgm:spPr/>
    </dgm:pt>
    <dgm:pt modelId="{188EAA2B-EE2B-4D72-90FD-023AE23D081E}" type="pres">
      <dgm:prSet presAssocID="{944D8054-A2B7-4299-B693-A3F41E66066D}" presName="rootComposite" presStyleCnt="0"/>
      <dgm:spPr/>
    </dgm:pt>
    <dgm:pt modelId="{5FA93C53-AD88-4E71-8701-C65862888267}" type="pres">
      <dgm:prSet presAssocID="{944D8054-A2B7-4299-B693-A3F41E66066D}" presName="rootText" presStyleLbl="node4" presStyleIdx="0" presStyleCnt="11">
        <dgm:presLayoutVars>
          <dgm:chPref val="3"/>
        </dgm:presLayoutVars>
      </dgm:prSet>
      <dgm:spPr/>
    </dgm:pt>
    <dgm:pt modelId="{DFD2B241-8E3F-4599-8C22-3587F16C12D4}" type="pres">
      <dgm:prSet presAssocID="{944D8054-A2B7-4299-B693-A3F41E66066D}" presName="rootConnector" presStyleLbl="node4" presStyleIdx="0" presStyleCnt="11"/>
      <dgm:spPr/>
    </dgm:pt>
    <dgm:pt modelId="{8A853E33-A069-4F54-B971-FDFC77DCBB4A}" type="pres">
      <dgm:prSet presAssocID="{944D8054-A2B7-4299-B693-A3F41E66066D}" presName="hierChild4" presStyleCnt="0"/>
      <dgm:spPr/>
    </dgm:pt>
    <dgm:pt modelId="{57B28EAF-CEBB-4147-8FF2-E8D5AFA7C88D}" type="pres">
      <dgm:prSet presAssocID="{944D8054-A2B7-4299-B693-A3F41E66066D}" presName="hierChild5" presStyleCnt="0"/>
      <dgm:spPr/>
    </dgm:pt>
    <dgm:pt modelId="{92D96794-3400-4074-955E-5E8F92537A8E}" type="pres">
      <dgm:prSet presAssocID="{5464455F-FE27-4E2B-B770-7475AE342F46}" presName="hierChild5" presStyleCnt="0"/>
      <dgm:spPr/>
    </dgm:pt>
    <dgm:pt modelId="{C5372A67-3CF8-6844-A9A9-DC051455587B}" type="pres">
      <dgm:prSet presAssocID="{ED448E46-0EEB-443E-8BA7-D1038693D95C}" presName="Name48" presStyleLbl="parChTrans1D3" presStyleIdx="1" presStyleCnt="9"/>
      <dgm:spPr/>
    </dgm:pt>
    <dgm:pt modelId="{FCBB33FF-493F-48AA-82EE-AE4621F48D1C}" type="pres">
      <dgm:prSet presAssocID="{62693056-0B0D-4626-992C-051F2E792B18}" presName="hierRoot2" presStyleCnt="0">
        <dgm:presLayoutVars>
          <dgm:hierBranch val="hang"/>
        </dgm:presLayoutVars>
      </dgm:prSet>
      <dgm:spPr/>
    </dgm:pt>
    <dgm:pt modelId="{B478F18F-D1AE-4367-9C9F-6B595C41E78C}" type="pres">
      <dgm:prSet presAssocID="{62693056-0B0D-4626-992C-051F2E792B18}" presName="rootComposite" presStyleCnt="0"/>
      <dgm:spPr/>
    </dgm:pt>
    <dgm:pt modelId="{F44AF9BF-75C6-47A6-A313-D0B4E283FDEF}" type="pres">
      <dgm:prSet presAssocID="{62693056-0B0D-4626-992C-051F2E792B18}" presName="rootText" presStyleLbl="node3" presStyleIdx="1" presStyleCnt="9">
        <dgm:presLayoutVars>
          <dgm:chPref val="3"/>
        </dgm:presLayoutVars>
      </dgm:prSet>
      <dgm:spPr/>
    </dgm:pt>
    <dgm:pt modelId="{F7247382-C074-4C72-ADDC-D709CD3F2E84}" type="pres">
      <dgm:prSet presAssocID="{62693056-0B0D-4626-992C-051F2E792B18}" presName="rootConnector" presStyleLbl="node3" presStyleIdx="1" presStyleCnt="9"/>
      <dgm:spPr/>
    </dgm:pt>
    <dgm:pt modelId="{9218657B-578C-4E78-AEC3-BFCC6F39D83A}" type="pres">
      <dgm:prSet presAssocID="{62693056-0B0D-4626-992C-051F2E792B18}" presName="hierChild4" presStyleCnt="0"/>
      <dgm:spPr/>
    </dgm:pt>
    <dgm:pt modelId="{0A485551-8F6B-B14D-90F3-116F130F9BED}" type="pres">
      <dgm:prSet presAssocID="{BFB00E75-F2D1-4CB4-B8D1-919071F74C94}" presName="Name48" presStyleLbl="parChTrans1D4" presStyleIdx="1" presStyleCnt="11"/>
      <dgm:spPr/>
    </dgm:pt>
    <dgm:pt modelId="{233F2233-CDBF-4CE4-A5D3-8DB1ABA92B38}" type="pres">
      <dgm:prSet presAssocID="{A211AE1B-2D58-430E-81A9-7470B99FFD08}" presName="hierRoot2" presStyleCnt="0">
        <dgm:presLayoutVars>
          <dgm:hierBranch val="l"/>
        </dgm:presLayoutVars>
      </dgm:prSet>
      <dgm:spPr/>
    </dgm:pt>
    <dgm:pt modelId="{25557D12-B2B6-418C-BF37-7B8FC4A8AF46}" type="pres">
      <dgm:prSet presAssocID="{A211AE1B-2D58-430E-81A9-7470B99FFD08}" presName="rootComposite" presStyleCnt="0"/>
      <dgm:spPr/>
    </dgm:pt>
    <dgm:pt modelId="{EBB435CD-EE78-40CD-8E31-1604916C3BCC}" type="pres">
      <dgm:prSet presAssocID="{A211AE1B-2D58-430E-81A9-7470B99FFD08}" presName="rootText" presStyleLbl="node4" presStyleIdx="1" presStyleCnt="11">
        <dgm:presLayoutVars>
          <dgm:chPref val="3"/>
        </dgm:presLayoutVars>
      </dgm:prSet>
      <dgm:spPr/>
    </dgm:pt>
    <dgm:pt modelId="{2469655B-2403-48A3-87D6-41B6A5F7F88F}" type="pres">
      <dgm:prSet presAssocID="{A211AE1B-2D58-430E-81A9-7470B99FFD08}" presName="rootConnector" presStyleLbl="node4" presStyleIdx="1" presStyleCnt="11"/>
      <dgm:spPr/>
    </dgm:pt>
    <dgm:pt modelId="{6F4C2642-F5EA-4965-A015-EFBD43DB06DD}" type="pres">
      <dgm:prSet presAssocID="{A211AE1B-2D58-430E-81A9-7470B99FFD08}" presName="hierChild4" presStyleCnt="0"/>
      <dgm:spPr/>
    </dgm:pt>
    <dgm:pt modelId="{B6F10B2E-C10D-4326-ABEE-CECD07074E2D}" type="pres">
      <dgm:prSet presAssocID="{A211AE1B-2D58-430E-81A9-7470B99FFD08}" presName="hierChild5" presStyleCnt="0"/>
      <dgm:spPr/>
    </dgm:pt>
    <dgm:pt modelId="{80BDFC72-5E85-9045-99B4-6C10C423CC98}" type="pres">
      <dgm:prSet presAssocID="{8180F4DF-4810-4E67-9CAB-CCD290DBCE0F}" presName="Name48" presStyleLbl="parChTrans1D4" presStyleIdx="2" presStyleCnt="11"/>
      <dgm:spPr/>
    </dgm:pt>
    <dgm:pt modelId="{50209A6F-69E5-4BFF-9F36-B9CFBFC52EDD}" type="pres">
      <dgm:prSet presAssocID="{0DDEBA6E-DCFC-429B-A5C1-488212499341}" presName="hierRoot2" presStyleCnt="0">
        <dgm:presLayoutVars>
          <dgm:hierBranch val="l"/>
        </dgm:presLayoutVars>
      </dgm:prSet>
      <dgm:spPr/>
    </dgm:pt>
    <dgm:pt modelId="{965AC424-5862-49FF-9DAD-9176062A4459}" type="pres">
      <dgm:prSet presAssocID="{0DDEBA6E-DCFC-429B-A5C1-488212499341}" presName="rootComposite" presStyleCnt="0"/>
      <dgm:spPr/>
    </dgm:pt>
    <dgm:pt modelId="{956D2ABF-230E-485E-A3D0-3DEBB4D338F8}" type="pres">
      <dgm:prSet presAssocID="{0DDEBA6E-DCFC-429B-A5C1-488212499341}" presName="rootText" presStyleLbl="node4" presStyleIdx="2" presStyleCnt="11">
        <dgm:presLayoutVars>
          <dgm:chPref val="3"/>
        </dgm:presLayoutVars>
      </dgm:prSet>
      <dgm:spPr/>
    </dgm:pt>
    <dgm:pt modelId="{7C58EA12-E3D8-4BC0-B5D5-019C33AF6680}" type="pres">
      <dgm:prSet presAssocID="{0DDEBA6E-DCFC-429B-A5C1-488212499341}" presName="rootConnector" presStyleLbl="node4" presStyleIdx="2" presStyleCnt="11"/>
      <dgm:spPr/>
    </dgm:pt>
    <dgm:pt modelId="{3DD2F153-27C4-4673-845E-81EAC3CB5BD3}" type="pres">
      <dgm:prSet presAssocID="{0DDEBA6E-DCFC-429B-A5C1-488212499341}" presName="hierChild4" presStyleCnt="0"/>
      <dgm:spPr/>
    </dgm:pt>
    <dgm:pt modelId="{C9FDEECF-9503-4795-BB0C-B95FD3D7BDE0}" type="pres">
      <dgm:prSet presAssocID="{0DDEBA6E-DCFC-429B-A5C1-488212499341}" presName="hierChild5" presStyleCnt="0"/>
      <dgm:spPr/>
    </dgm:pt>
    <dgm:pt modelId="{90DDD4B3-33B8-4BF8-A096-7076777E3F50}" type="pres">
      <dgm:prSet presAssocID="{62693056-0B0D-4626-992C-051F2E792B18}" presName="hierChild5" presStyleCnt="0"/>
      <dgm:spPr/>
    </dgm:pt>
    <dgm:pt modelId="{721D441D-BFE2-4A40-A374-71287467EE74}" type="pres">
      <dgm:prSet presAssocID="{2D501A6C-CB1C-42AF-A2B4-95A7ADFD6EB8}" presName="hierChild5" presStyleCnt="0"/>
      <dgm:spPr/>
    </dgm:pt>
    <dgm:pt modelId="{B1CE2E64-0BD5-6D48-BAA3-600A5CFA469A}" type="pres">
      <dgm:prSet presAssocID="{2905B16C-77D4-4CB9-8BFC-781286174F38}" presName="Name35" presStyleLbl="parChTrans1D2" presStyleIdx="1" presStyleCnt="5"/>
      <dgm:spPr/>
    </dgm:pt>
    <dgm:pt modelId="{30EDB815-BF16-4973-928C-F874227AC077}" type="pres">
      <dgm:prSet presAssocID="{E19E024F-CBA0-486F-8154-B476C77F0020}" presName="hierRoot2" presStyleCnt="0">
        <dgm:presLayoutVars>
          <dgm:hierBranch/>
        </dgm:presLayoutVars>
      </dgm:prSet>
      <dgm:spPr/>
    </dgm:pt>
    <dgm:pt modelId="{F1C26CE1-9348-4C6A-A33A-5543BA6CD673}" type="pres">
      <dgm:prSet presAssocID="{E19E024F-CBA0-486F-8154-B476C77F0020}" presName="rootComposite" presStyleCnt="0"/>
      <dgm:spPr/>
    </dgm:pt>
    <dgm:pt modelId="{2FFFCB54-00F2-40B3-9893-442426D049CD}" type="pres">
      <dgm:prSet presAssocID="{E19E024F-CBA0-486F-8154-B476C77F0020}" presName="rootText" presStyleLbl="node2" presStyleIdx="1" presStyleCnt="5">
        <dgm:presLayoutVars>
          <dgm:chPref val="3"/>
        </dgm:presLayoutVars>
      </dgm:prSet>
      <dgm:spPr/>
    </dgm:pt>
    <dgm:pt modelId="{DD238B7C-23F3-431B-BFFD-846C04B41C07}" type="pres">
      <dgm:prSet presAssocID="{E19E024F-CBA0-486F-8154-B476C77F0020}" presName="rootConnector" presStyleLbl="node2" presStyleIdx="1" presStyleCnt="5"/>
      <dgm:spPr/>
    </dgm:pt>
    <dgm:pt modelId="{967E8568-D808-4F03-B2C0-9B8AAE0B7790}" type="pres">
      <dgm:prSet presAssocID="{E19E024F-CBA0-486F-8154-B476C77F0020}" presName="hierChild4" presStyleCnt="0"/>
      <dgm:spPr/>
    </dgm:pt>
    <dgm:pt modelId="{396FBEFC-46A9-4E44-A1CA-988E48BFAB45}" type="pres">
      <dgm:prSet presAssocID="{5942B258-29FD-4AB2-923C-2F985D439EC7}" presName="Name35" presStyleLbl="parChTrans1D3" presStyleIdx="2" presStyleCnt="9"/>
      <dgm:spPr/>
    </dgm:pt>
    <dgm:pt modelId="{0EB83B01-0E28-4BA6-9B5E-32B0C9934774}" type="pres">
      <dgm:prSet presAssocID="{009318C8-8591-4C1B-891A-490442B47FAF}" presName="hierRoot2" presStyleCnt="0">
        <dgm:presLayoutVars>
          <dgm:hierBranch val="init"/>
        </dgm:presLayoutVars>
      </dgm:prSet>
      <dgm:spPr/>
    </dgm:pt>
    <dgm:pt modelId="{91923F03-FB18-42D7-8BB2-D7D07CCE2350}" type="pres">
      <dgm:prSet presAssocID="{009318C8-8591-4C1B-891A-490442B47FAF}" presName="rootComposite" presStyleCnt="0"/>
      <dgm:spPr/>
    </dgm:pt>
    <dgm:pt modelId="{29E70C57-4F32-4E6B-9204-DBD04013252F}" type="pres">
      <dgm:prSet presAssocID="{009318C8-8591-4C1B-891A-490442B47FAF}" presName="rootText" presStyleLbl="node3" presStyleIdx="2" presStyleCnt="9">
        <dgm:presLayoutVars>
          <dgm:chPref val="3"/>
        </dgm:presLayoutVars>
      </dgm:prSet>
      <dgm:spPr/>
    </dgm:pt>
    <dgm:pt modelId="{82486B74-1D0A-4FDA-8388-8A437CBB200A}" type="pres">
      <dgm:prSet presAssocID="{009318C8-8591-4C1B-891A-490442B47FAF}" presName="rootConnector" presStyleLbl="node3" presStyleIdx="2" presStyleCnt="9"/>
      <dgm:spPr/>
    </dgm:pt>
    <dgm:pt modelId="{7FA4CA9F-0D39-4ED1-A81A-4C9412AB4180}" type="pres">
      <dgm:prSet presAssocID="{009318C8-8591-4C1B-891A-490442B47FAF}" presName="hierChild4" presStyleCnt="0"/>
      <dgm:spPr/>
    </dgm:pt>
    <dgm:pt modelId="{85ADDAF6-28FD-457D-A12B-A0309B9A3DA3}" type="pres">
      <dgm:prSet presAssocID="{96DF1B58-6C96-457F-B9C5-CA7F883CA9C3}" presName="Name37" presStyleLbl="parChTrans1D4" presStyleIdx="3" presStyleCnt="11"/>
      <dgm:spPr/>
    </dgm:pt>
    <dgm:pt modelId="{8FFC1956-6814-46E5-B743-07BEB6B4AA40}" type="pres">
      <dgm:prSet presAssocID="{D87E956D-0547-4128-AFF1-BD73C88E3683}" presName="hierRoot2" presStyleCnt="0">
        <dgm:presLayoutVars>
          <dgm:hierBranch val="init"/>
        </dgm:presLayoutVars>
      </dgm:prSet>
      <dgm:spPr/>
    </dgm:pt>
    <dgm:pt modelId="{42A72BE0-BAA5-4286-9C32-9CB437DFBE02}" type="pres">
      <dgm:prSet presAssocID="{D87E956D-0547-4128-AFF1-BD73C88E3683}" presName="rootComposite" presStyleCnt="0"/>
      <dgm:spPr/>
    </dgm:pt>
    <dgm:pt modelId="{A850DDD4-C76B-420C-8E40-3E42FB92093A}" type="pres">
      <dgm:prSet presAssocID="{D87E956D-0547-4128-AFF1-BD73C88E3683}" presName="rootText" presStyleLbl="node4" presStyleIdx="3" presStyleCnt="11">
        <dgm:presLayoutVars>
          <dgm:chPref val="3"/>
        </dgm:presLayoutVars>
      </dgm:prSet>
      <dgm:spPr/>
    </dgm:pt>
    <dgm:pt modelId="{185426BD-A78C-4C1C-8368-3F270184B3DA}" type="pres">
      <dgm:prSet presAssocID="{D87E956D-0547-4128-AFF1-BD73C88E3683}" presName="rootConnector" presStyleLbl="node4" presStyleIdx="3" presStyleCnt="11"/>
      <dgm:spPr/>
    </dgm:pt>
    <dgm:pt modelId="{E55F5BC8-1230-4FFB-B782-F08B9411E916}" type="pres">
      <dgm:prSet presAssocID="{D87E956D-0547-4128-AFF1-BD73C88E3683}" presName="hierChild4" presStyleCnt="0"/>
      <dgm:spPr/>
    </dgm:pt>
    <dgm:pt modelId="{80D6099C-1A26-4587-A75D-BC271416761A}" type="pres">
      <dgm:prSet presAssocID="{D87E956D-0547-4128-AFF1-BD73C88E3683}" presName="hierChild5" presStyleCnt="0"/>
      <dgm:spPr/>
    </dgm:pt>
    <dgm:pt modelId="{B13F45EF-F9E5-41E6-85DE-9A5BCD2213EB}" type="pres">
      <dgm:prSet presAssocID="{009318C8-8591-4C1B-891A-490442B47FAF}" presName="hierChild5" presStyleCnt="0"/>
      <dgm:spPr/>
    </dgm:pt>
    <dgm:pt modelId="{B2510053-63B2-ED42-BAFC-F4AF4050DF8B}" type="pres">
      <dgm:prSet presAssocID="{2EF0AAD6-7F59-4A6B-A71D-0B0DF363F5B2}" presName="Name35" presStyleLbl="parChTrans1D3" presStyleIdx="3" presStyleCnt="9"/>
      <dgm:spPr/>
    </dgm:pt>
    <dgm:pt modelId="{D8359675-34BF-41E9-B178-E0E483F65F55}" type="pres">
      <dgm:prSet presAssocID="{C4CA07C3-E713-4CD5-8BC0-C3536C8A44AA}" presName="hierRoot2" presStyleCnt="0">
        <dgm:presLayoutVars>
          <dgm:hierBranch val="hang"/>
        </dgm:presLayoutVars>
      </dgm:prSet>
      <dgm:spPr/>
    </dgm:pt>
    <dgm:pt modelId="{0184EF3E-EDA4-42CC-9362-2E8D19B93C27}" type="pres">
      <dgm:prSet presAssocID="{C4CA07C3-E713-4CD5-8BC0-C3536C8A44AA}" presName="rootComposite" presStyleCnt="0"/>
      <dgm:spPr/>
    </dgm:pt>
    <dgm:pt modelId="{561DD282-2FD7-4B3B-AF9C-264C1312B190}" type="pres">
      <dgm:prSet presAssocID="{C4CA07C3-E713-4CD5-8BC0-C3536C8A44AA}" presName="rootText" presStyleLbl="node3" presStyleIdx="3" presStyleCnt="9">
        <dgm:presLayoutVars>
          <dgm:chPref val="3"/>
        </dgm:presLayoutVars>
      </dgm:prSet>
      <dgm:spPr/>
    </dgm:pt>
    <dgm:pt modelId="{72862D5A-0850-4258-B39C-C7A831D05815}" type="pres">
      <dgm:prSet presAssocID="{C4CA07C3-E713-4CD5-8BC0-C3536C8A44AA}" presName="rootConnector" presStyleLbl="node3" presStyleIdx="3" presStyleCnt="9"/>
      <dgm:spPr/>
    </dgm:pt>
    <dgm:pt modelId="{B64597AA-C389-4DDA-90F6-FD4E2F3E04C9}" type="pres">
      <dgm:prSet presAssocID="{C4CA07C3-E713-4CD5-8BC0-C3536C8A44AA}" presName="hierChild4" presStyleCnt="0"/>
      <dgm:spPr/>
    </dgm:pt>
    <dgm:pt modelId="{450D2E4B-CD77-594F-A07F-687A0EAA0567}" type="pres">
      <dgm:prSet presAssocID="{829EEEF6-E0FC-4E2A-B21E-EE176E5A1308}" presName="Name48" presStyleLbl="parChTrans1D4" presStyleIdx="4" presStyleCnt="11"/>
      <dgm:spPr/>
    </dgm:pt>
    <dgm:pt modelId="{3C548255-C9AC-41DF-9CF4-951C626BCB48}" type="pres">
      <dgm:prSet presAssocID="{D69A1BCA-7F2E-4B66-AD87-7F8F5F0E7127}" presName="hierRoot2" presStyleCnt="0">
        <dgm:presLayoutVars>
          <dgm:hierBranch val="r"/>
        </dgm:presLayoutVars>
      </dgm:prSet>
      <dgm:spPr/>
    </dgm:pt>
    <dgm:pt modelId="{8F02A01D-08A0-48D1-9764-3FC915011FE9}" type="pres">
      <dgm:prSet presAssocID="{D69A1BCA-7F2E-4B66-AD87-7F8F5F0E7127}" presName="rootComposite" presStyleCnt="0"/>
      <dgm:spPr/>
    </dgm:pt>
    <dgm:pt modelId="{A0E2FFC6-8DAC-427C-8A73-3C43E738189C}" type="pres">
      <dgm:prSet presAssocID="{D69A1BCA-7F2E-4B66-AD87-7F8F5F0E7127}" presName="rootText" presStyleLbl="node4" presStyleIdx="4" presStyleCnt="11">
        <dgm:presLayoutVars>
          <dgm:chPref val="3"/>
        </dgm:presLayoutVars>
      </dgm:prSet>
      <dgm:spPr/>
    </dgm:pt>
    <dgm:pt modelId="{02ACFB1C-7BCC-4DE5-94C2-5894F416E328}" type="pres">
      <dgm:prSet presAssocID="{D69A1BCA-7F2E-4B66-AD87-7F8F5F0E7127}" presName="rootConnector" presStyleLbl="node4" presStyleIdx="4" presStyleCnt="11"/>
      <dgm:spPr/>
    </dgm:pt>
    <dgm:pt modelId="{3EFB918E-136A-427B-AE30-1593EAD3DF72}" type="pres">
      <dgm:prSet presAssocID="{D69A1BCA-7F2E-4B66-AD87-7F8F5F0E7127}" presName="hierChild4" presStyleCnt="0"/>
      <dgm:spPr/>
    </dgm:pt>
    <dgm:pt modelId="{E0F7DA18-A74F-4201-AD94-4C0B5D99D2F8}" type="pres">
      <dgm:prSet presAssocID="{D69A1BCA-7F2E-4B66-AD87-7F8F5F0E7127}" presName="hierChild5" presStyleCnt="0"/>
      <dgm:spPr/>
    </dgm:pt>
    <dgm:pt modelId="{B7F1AA00-3EB5-8249-8AFE-0131480CF18B}" type="pres">
      <dgm:prSet presAssocID="{A907B150-ED25-4992-87D3-BE0B10E5A6F1}" presName="Name48" presStyleLbl="parChTrans1D4" presStyleIdx="5" presStyleCnt="11"/>
      <dgm:spPr/>
    </dgm:pt>
    <dgm:pt modelId="{99281D23-B56F-4F5A-BFC5-193125C3B5D9}" type="pres">
      <dgm:prSet presAssocID="{4A020AB9-1CB9-4A73-A69B-DF30A6A8FD18}" presName="hierRoot2" presStyleCnt="0">
        <dgm:presLayoutVars>
          <dgm:hierBranch val="r"/>
        </dgm:presLayoutVars>
      </dgm:prSet>
      <dgm:spPr/>
    </dgm:pt>
    <dgm:pt modelId="{EA8BE3EF-3F65-4127-9328-BA137659F553}" type="pres">
      <dgm:prSet presAssocID="{4A020AB9-1CB9-4A73-A69B-DF30A6A8FD18}" presName="rootComposite" presStyleCnt="0"/>
      <dgm:spPr/>
    </dgm:pt>
    <dgm:pt modelId="{6E9830BB-1E38-49E6-A242-85C17CB4378F}" type="pres">
      <dgm:prSet presAssocID="{4A020AB9-1CB9-4A73-A69B-DF30A6A8FD18}" presName="rootText" presStyleLbl="node4" presStyleIdx="5" presStyleCnt="11">
        <dgm:presLayoutVars>
          <dgm:chPref val="3"/>
        </dgm:presLayoutVars>
      </dgm:prSet>
      <dgm:spPr/>
    </dgm:pt>
    <dgm:pt modelId="{760D6E9B-D7AF-41AD-A0CF-C82E1A34CE73}" type="pres">
      <dgm:prSet presAssocID="{4A020AB9-1CB9-4A73-A69B-DF30A6A8FD18}" presName="rootConnector" presStyleLbl="node4" presStyleIdx="5" presStyleCnt="11"/>
      <dgm:spPr/>
    </dgm:pt>
    <dgm:pt modelId="{B2DE775F-610A-4BD7-92DD-3CB6910E4F86}" type="pres">
      <dgm:prSet presAssocID="{4A020AB9-1CB9-4A73-A69B-DF30A6A8FD18}" presName="hierChild4" presStyleCnt="0"/>
      <dgm:spPr/>
    </dgm:pt>
    <dgm:pt modelId="{7B46AE08-52FF-4EEC-A768-2285BE3680C5}" type="pres">
      <dgm:prSet presAssocID="{4A020AB9-1CB9-4A73-A69B-DF30A6A8FD18}" presName="hierChild5" presStyleCnt="0"/>
      <dgm:spPr/>
    </dgm:pt>
    <dgm:pt modelId="{D92BFBEC-FFB3-3440-8BA8-F03CDBFB0D46}" type="pres">
      <dgm:prSet presAssocID="{8220A022-C4EE-4414-B698-81EB803A3339}" presName="Name48" presStyleLbl="parChTrans1D4" presStyleIdx="6" presStyleCnt="11"/>
      <dgm:spPr/>
    </dgm:pt>
    <dgm:pt modelId="{2582CC1F-5A70-4E0D-99D1-E280A2ADAA45}" type="pres">
      <dgm:prSet presAssocID="{CC309443-3AE2-4840-BF6D-742DD89C02B0}" presName="hierRoot2" presStyleCnt="0">
        <dgm:presLayoutVars>
          <dgm:hierBranch val="r"/>
        </dgm:presLayoutVars>
      </dgm:prSet>
      <dgm:spPr/>
    </dgm:pt>
    <dgm:pt modelId="{E53EE520-25E2-46F7-A177-2A41FE60A73A}" type="pres">
      <dgm:prSet presAssocID="{CC309443-3AE2-4840-BF6D-742DD89C02B0}" presName="rootComposite" presStyleCnt="0"/>
      <dgm:spPr/>
    </dgm:pt>
    <dgm:pt modelId="{CEE93429-621B-4703-B521-443DCCC3E000}" type="pres">
      <dgm:prSet presAssocID="{CC309443-3AE2-4840-BF6D-742DD89C02B0}" presName="rootText" presStyleLbl="node4" presStyleIdx="6" presStyleCnt="11">
        <dgm:presLayoutVars>
          <dgm:chPref val="3"/>
        </dgm:presLayoutVars>
      </dgm:prSet>
      <dgm:spPr/>
    </dgm:pt>
    <dgm:pt modelId="{671257BA-C660-4926-A88A-3F9B6AB919D8}" type="pres">
      <dgm:prSet presAssocID="{CC309443-3AE2-4840-BF6D-742DD89C02B0}" presName="rootConnector" presStyleLbl="node4" presStyleIdx="6" presStyleCnt="11"/>
      <dgm:spPr/>
    </dgm:pt>
    <dgm:pt modelId="{B7A58B0D-1D2D-4D8C-BFC6-9DE53360D013}" type="pres">
      <dgm:prSet presAssocID="{CC309443-3AE2-4840-BF6D-742DD89C02B0}" presName="hierChild4" presStyleCnt="0"/>
      <dgm:spPr/>
    </dgm:pt>
    <dgm:pt modelId="{F9EEA29B-C0A7-417B-BCBE-886E92ADCB3A}" type="pres">
      <dgm:prSet presAssocID="{CC309443-3AE2-4840-BF6D-742DD89C02B0}" presName="hierChild5" presStyleCnt="0"/>
      <dgm:spPr/>
    </dgm:pt>
    <dgm:pt modelId="{0E37BE96-7CE2-44D1-A9E3-69CA22E57A66}" type="pres">
      <dgm:prSet presAssocID="{C4CA07C3-E713-4CD5-8BC0-C3536C8A44AA}" presName="hierChild5" presStyleCnt="0"/>
      <dgm:spPr/>
    </dgm:pt>
    <dgm:pt modelId="{BCA3DEC7-25A5-40AE-A1C8-FF23EB7C9BB2}" type="pres">
      <dgm:prSet presAssocID="{E19E024F-CBA0-486F-8154-B476C77F0020}" presName="hierChild5" presStyleCnt="0"/>
      <dgm:spPr/>
    </dgm:pt>
    <dgm:pt modelId="{B5D3ED98-E45E-3B4D-8E6B-4A5120E25264}" type="pres">
      <dgm:prSet presAssocID="{6481E83F-D673-4C63-B7D8-46D56BB0E885}" presName="Name35" presStyleLbl="parChTrans1D2" presStyleIdx="2" presStyleCnt="5"/>
      <dgm:spPr/>
    </dgm:pt>
    <dgm:pt modelId="{AC2ECB0A-7396-42CE-8834-85DBA14F083B}" type="pres">
      <dgm:prSet presAssocID="{7A7C0BE4-DBF4-4822-AD17-934CD1F18143}" presName="hierRoot2" presStyleCnt="0">
        <dgm:presLayoutVars>
          <dgm:hierBranch/>
        </dgm:presLayoutVars>
      </dgm:prSet>
      <dgm:spPr/>
    </dgm:pt>
    <dgm:pt modelId="{89157E6A-ADA6-4D25-ACB4-06B81831CA9A}" type="pres">
      <dgm:prSet presAssocID="{7A7C0BE4-DBF4-4822-AD17-934CD1F18143}" presName="rootComposite" presStyleCnt="0"/>
      <dgm:spPr/>
    </dgm:pt>
    <dgm:pt modelId="{C7D6E43D-B148-4792-B6F0-F313AB205CA6}" type="pres">
      <dgm:prSet presAssocID="{7A7C0BE4-DBF4-4822-AD17-934CD1F18143}" presName="rootText" presStyleLbl="node2" presStyleIdx="2" presStyleCnt="5">
        <dgm:presLayoutVars>
          <dgm:chPref val="3"/>
        </dgm:presLayoutVars>
      </dgm:prSet>
      <dgm:spPr/>
    </dgm:pt>
    <dgm:pt modelId="{8D52E369-8AEA-48B9-B728-6DFAF6AE1955}" type="pres">
      <dgm:prSet presAssocID="{7A7C0BE4-DBF4-4822-AD17-934CD1F18143}" presName="rootConnector" presStyleLbl="node2" presStyleIdx="2" presStyleCnt="5"/>
      <dgm:spPr/>
    </dgm:pt>
    <dgm:pt modelId="{AC3A7FE4-71F1-4875-BC3F-82CE9D1CAAEA}" type="pres">
      <dgm:prSet presAssocID="{7A7C0BE4-DBF4-4822-AD17-934CD1F18143}" presName="hierChild4" presStyleCnt="0"/>
      <dgm:spPr/>
    </dgm:pt>
    <dgm:pt modelId="{F68AAAE6-848F-9C43-944D-8A671215838E}" type="pres">
      <dgm:prSet presAssocID="{E1B10AF9-0298-4395-94AA-D492910DB747}" presName="Name35" presStyleLbl="parChTrans1D3" presStyleIdx="4" presStyleCnt="9"/>
      <dgm:spPr/>
    </dgm:pt>
    <dgm:pt modelId="{28D13F40-187B-4366-920F-D29D72BE9561}" type="pres">
      <dgm:prSet presAssocID="{BD93D27F-6DCB-4C5E-ABB8-D1EEE6ED99C8}" presName="hierRoot2" presStyleCnt="0">
        <dgm:presLayoutVars>
          <dgm:hierBranch val="r"/>
        </dgm:presLayoutVars>
      </dgm:prSet>
      <dgm:spPr/>
    </dgm:pt>
    <dgm:pt modelId="{589D07FF-090B-46E8-BD46-46F4F3189EAC}" type="pres">
      <dgm:prSet presAssocID="{BD93D27F-6DCB-4C5E-ABB8-D1EEE6ED99C8}" presName="rootComposite" presStyleCnt="0"/>
      <dgm:spPr/>
    </dgm:pt>
    <dgm:pt modelId="{D5AC4358-F08B-4603-9B2B-FCB520444D7C}" type="pres">
      <dgm:prSet presAssocID="{BD93D27F-6DCB-4C5E-ABB8-D1EEE6ED99C8}" presName="rootText" presStyleLbl="node3" presStyleIdx="4" presStyleCnt="9">
        <dgm:presLayoutVars>
          <dgm:chPref val="3"/>
        </dgm:presLayoutVars>
      </dgm:prSet>
      <dgm:spPr/>
    </dgm:pt>
    <dgm:pt modelId="{14502D84-1EEF-4B2C-9AB6-A3BAC222354A}" type="pres">
      <dgm:prSet presAssocID="{BD93D27F-6DCB-4C5E-ABB8-D1EEE6ED99C8}" presName="rootConnector" presStyleLbl="node3" presStyleIdx="4" presStyleCnt="9"/>
      <dgm:spPr/>
    </dgm:pt>
    <dgm:pt modelId="{097D4D72-C26B-44B6-892E-1EA3E16B30FC}" type="pres">
      <dgm:prSet presAssocID="{BD93D27F-6DCB-4C5E-ABB8-D1EEE6ED99C8}" presName="hierChild4" presStyleCnt="0"/>
      <dgm:spPr/>
    </dgm:pt>
    <dgm:pt modelId="{F59E2241-007C-2148-97B3-B9ADD71AD69C}" type="pres">
      <dgm:prSet presAssocID="{857F5033-3184-434C-A9F8-AE89C1A4F85B}" presName="Name50" presStyleLbl="parChTrans1D4" presStyleIdx="7" presStyleCnt="11"/>
      <dgm:spPr/>
    </dgm:pt>
    <dgm:pt modelId="{94DB19D8-DE1B-456C-A244-2F73AF5CF36A}" type="pres">
      <dgm:prSet presAssocID="{F1726AEE-CE55-4BB4-A8AA-8800550F371C}" presName="hierRoot2" presStyleCnt="0">
        <dgm:presLayoutVars>
          <dgm:hierBranch val="init"/>
        </dgm:presLayoutVars>
      </dgm:prSet>
      <dgm:spPr/>
    </dgm:pt>
    <dgm:pt modelId="{22FE4530-162C-4E6C-805C-958B9F7E9A08}" type="pres">
      <dgm:prSet presAssocID="{F1726AEE-CE55-4BB4-A8AA-8800550F371C}" presName="rootComposite" presStyleCnt="0"/>
      <dgm:spPr/>
    </dgm:pt>
    <dgm:pt modelId="{4B274DE1-F8EB-436E-8EF8-9BB263E2A1FD}" type="pres">
      <dgm:prSet presAssocID="{F1726AEE-CE55-4BB4-A8AA-8800550F371C}" presName="rootText" presStyleLbl="node4" presStyleIdx="7" presStyleCnt="11">
        <dgm:presLayoutVars>
          <dgm:chPref val="3"/>
        </dgm:presLayoutVars>
      </dgm:prSet>
      <dgm:spPr/>
    </dgm:pt>
    <dgm:pt modelId="{79030AA8-686B-440B-8256-1D9519E959CA}" type="pres">
      <dgm:prSet presAssocID="{F1726AEE-CE55-4BB4-A8AA-8800550F371C}" presName="rootConnector" presStyleLbl="node4" presStyleIdx="7" presStyleCnt="11"/>
      <dgm:spPr/>
    </dgm:pt>
    <dgm:pt modelId="{F4123B6C-7294-4576-8BF4-BF5FC8AE5EF8}" type="pres">
      <dgm:prSet presAssocID="{F1726AEE-CE55-4BB4-A8AA-8800550F371C}" presName="hierChild4" presStyleCnt="0"/>
      <dgm:spPr/>
    </dgm:pt>
    <dgm:pt modelId="{2162B4B3-2767-440C-BF21-8EF1EE2C0EB0}" type="pres">
      <dgm:prSet presAssocID="{F1726AEE-CE55-4BB4-A8AA-8800550F371C}" presName="hierChild5" presStyleCnt="0"/>
      <dgm:spPr/>
    </dgm:pt>
    <dgm:pt modelId="{A81F0EBF-9A22-C949-839A-DC13070B6362}" type="pres">
      <dgm:prSet presAssocID="{ECFC4A49-5796-4443-950F-58AA783E61B0}" presName="Name50" presStyleLbl="parChTrans1D4" presStyleIdx="8" presStyleCnt="11"/>
      <dgm:spPr/>
    </dgm:pt>
    <dgm:pt modelId="{F07573D3-EAC2-400C-B8E3-EA5F8785ECA5}" type="pres">
      <dgm:prSet presAssocID="{C95ED86A-4959-4DA4-8CEE-B429C5F3AE99}" presName="hierRoot2" presStyleCnt="0">
        <dgm:presLayoutVars>
          <dgm:hierBranch val="init"/>
        </dgm:presLayoutVars>
      </dgm:prSet>
      <dgm:spPr/>
    </dgm:pt>
    <dgm:pt modelId="{B8ED2E25-E1D4-4C76-A9F7-7F44F6A48885}" type="pres">
      <dgm:prSet presAssocID="{C95ED86A-4959-4DA4-8CEE-B429C5F3AE99}" presName="rootComposite" presStyleCnt="0"/>
      <dgm:spPr/>
    </dgm:pt>
    <dgm:pt modelId="{914E2BA2-2213-44FD-A7B8-30C8A5261808}" type="pres">
      <dgm:prSet presAssocID="{C95ED86A-4959-4DA4-8CEE-B429C5F3AE99}" presName="rootText" presStyleLbl="node4" presStyleIdx="8" presStyleCnt="11">
        <dgm:presLayoutVars>
          <dgm:chPref val="3"/>
        </dgm:presLayoutVars>
      </dgm:prSet>
      <dgm:spPr/>
    </dgm:pt>
    <dgm:pt modelId="{7C67D73B-951B-4492-9425-8E81EBF1C980}" type="pres">
      <dgm:prSet presAssocID="{C95ED86A-4959-4DA4-8CEE-B429C5F3AE99}" presName="rootConnector" presStyleLbl="node4" presStyleIdx="8" presStyleCnt="11"/>
      <dgm:spPr/>
    </dgm:pt>
    <dgm:pt modelId="{832CF9CF-0A9B-40B1-A83C-7DA3C485981D}" type="pres">
      <dgm:prSet presAssocID="{C95ED86A-4959-4DA4-8CEE-B429C5F3AE99}" presName="hierChild4" presStyleCnt="0"/>
      <dgm:spPr/>
    </dgm:pt>
    <dgm:pt modelId="{B40006F5-53E1-4846-A02C-9B072A3B267A}" type="pres">
      <dgm:prSet presAssocID="{C95ED86A-4959-4DA4-8CEE-B429C5F3AE99}" presName="hierChild5" presStyleCnt="0"/>
      <dgm:spPr/>
    </dgm:pt>
    <dgm:pt modelId="{C762A31F-73AF-4F65-92F9-27B96F2E129D}" type="pres">
      <dgm:prSet presAssocID="{BD93D27F-6DCB-4C5E-ABB8-D1EEE6ED99C8}" presName="hierChild5" presStyleCnt="0"/>
      <dgm:spPr/>
    </dgm:pt>
    <dgm:pt modelId="{D437CFEB-B668-4C28-91D6-A28BD4D3657D}" type="pres">
      <dgm:prSet presAssocID="{7A7C0BE4-DBF4-4822-AD17-934CD1F18143}" presName="hierChild5" presStyleCnt="0"/>
      <dgm:spPr/>
    </dgm:pt>
    <dgm:pt modelId="{D8815A83-BB4A-EA4E-ABE1-21BA7C378FB0}" type="pres">
      <dgm:prSet presAssocID="{04B99688-13A1-49D0-BBA7-055FD790B623}" presName="Name35" presStyleLbl="parChTrans1D2" presStyleIdx="3" presStyleCnt="5"/>
      <dgm:spPr/>
    </dgm:pt>
    <dgm:pt modelId="{A9FAC1F9-980A-44CE-9BE5-2BC3F43F3742}" type="pres">
      <dgm:prSet presAssocID="{0DA66697-6CB8-4EF4-A2AD-2BBD93CD5158}" presName="hierRoot2" presStyleCnt="0">
        <dgm:presLayoutVars>
          <dgm:hierBranch/>
        </dgm:presLayoutVars>
      </dgm:prSet>
      <dgm:spPr/>
    </dgm:pt>
    <dgm:pt modelId="{D7ED2364-0327-46C5-91D6-C13FC6BA017C}" type="pres">
      <dgm:prSet presAssocID="{0DA66697-6CB8-4EF4-A2AD-2BBD93CD5158}" presName="rootComposite" presStyleCnt="0"/>
      <dgm:spPr/>
    </dgm:pt>
    <dgm:pt modelId="{54E3BDAB-1EF0-4652-B5AE-0396F0252114}" type="pres">
      <dgm:prSet presAssocID="{0DA66697-6CB8-4EF4-A2AD-2BBD93CD5158}" presName="rootText" presStyleLbl="node2" presStyleIdx="3" presStyleCnt="5">
        <dgm:presLayoutVars>
          <dgm:chPref val="3"/>
        </dgm:presLayoutVars>
      </dgm:prSet>
      <dgm:spPr/>
    </dgm:pt>
    <dgm:pt modelId="{71BE2DB2-6D88-4CC6-84DB-8A5A34CFF928}" type="pres">
      <dgm:prSet presAssocID="{0DA66697-6CB8-4EF4-A2AD-2BBD93CD5158}" presName="rootConnector" presStyleLbl="node2" presStyleIdx="3" presStyleCnt="5"/>
      <dgm:spPr/>
    </dgm:pt>
    <dgm:pt modelId="{DF1828ED-52CA-4D43-8946-738949621FB5}" type="pres">
      <dgm:prSet presAssocID="{0DA66697-6CB8-4EF4-A2AD-2BBD93CD5158}" presName="hierChild4" presStyleCnt="0"/>
      <dgm:spPr/>
    </dgm:pt>
    <dgm:pt modelId="{9EB80E04-AF56-994A-AA1B-86BA3362D670}" type="pres">
      <dgm:prSet presAssocID="{80A5AAE1-3016-4C2B-BC6F-F5B7F86617C3}" presName="Name35" presStyleLbl="parChTrans1D3" presStyleIdx="5" presStyleCnt="9"/>
      <dgm:spPr/>
    </dgm:pt>
    <dgm:pt modelId="{21923A4E-0A94-497C-AF0C-B2E443ABDCD9}" type="pres">
      <dgm:prSet presAssocID="{AE733884-D7E6-46AE-8BC0-0E2A02161842}" presName="hierRoot2" presStyleCnt="0">
        <dgm:presLayoutVars>
          <dgm:hierBranch val="r"/>
        </dgm:presLayoutVars>
      </dgm:prSet>
      <dgm:spPr/>
    </dgm:pt>
    <dgm:pt modelId="{BD414B7E-8B33-451E-97FC-E236713F32CF}" type="pres">
      <dgm:prSet presAssocID="{AE733884-D7E6-46AE-8BC0-0E2A02161842}" presName="rootComposite" presStyleCnt="0"/>
      <dgm:spPr/>
    </dgm:pt>
    <dgm:pt modelId="{9020AF5B-9D8D-4762-8614-37F103936405}" type="pres">
      <dgm:prSet presAssocID="{AE733884-D7E6-46AE-8BC0-0E2A02161842}" presName="rootText" presStyleLbl="node3" presStyleIdx="5" presStyleCnt="9">
        <dgm:presLayoutVars>
          <dgm:chPref val="3"/>
        </dgm:presLayoutVars>
      </dgm:prSet>
      <dgm:spPr/>
    </dgm:pt>
    <dgm:pt modelId="{B2115AFB-3F36-4219-9E70-161788E0CABF}" type="pres">
      <dgm:prSet presAssocID="{AE733884-D7E6-46AE-8BC0-0E2A02161842}" presName="rootConnector" presStyleLbl="node3" presStyleIdx="5" presStyleCnt="9"/>
      <dgm:spPr/>
    </dgm:pt>
    <dgm:pt modelId="{326EEB24-81CF-4B78-AD29-69EBC07295A9}" type="pres">
      <dgm:prSet presAssocID="{AE733884-D7E6-46AE-8BC0-0E2A02161842}" presName="hierChild4" presStyleCnt="0"/>
      <dgm:spPr/>
    </dgm:pt>
    <dgm:pt modelId="{A1B40A84-5745-BE4E-9D61-CC0DC611AB7D}" type="pres">
      <dgm:prSet presAssocID="{4D8B2F02-1A81-4923-BE0D-CAFD2584068C}" presName="Name50" presStyleLbl="parChTrans1D4" presStyleIdx="9" presStyleCnt="11"/>
      <dgm:spPr/>
    </dgm:pt>
    <dgm:pt modelId="{1EC1F0B9-3909-4BC6-8753-9C728E5776EF}" type="pres">
      <dgm:prSet presAssocID="{4B84B45B-D670-4CE0-9EF1-C767B22A205B}" presName="hierRoot2" presStyleCnt="0">
        <dgm:presLayoutVars>
          <dgm:hierBranch/>
        </dgm:presLayoutVars>
      </dgm:prSet>
      <dgm:spPr/>
    </dgm:pt>
    <dgm:pt modelId="{4358719C-CBD0-4540-B972-3F94C35A614E}" type="pres">
      <dgm:prSet presAssocID="{4B84B45B-D670-4CE0-9EF1-C767B22A205B}" presName="rootComposite" presStyleCnt="0"/>
      <dgm:spPr/>
    </dgm:pt>
    <dgm:pt modelId="{386E7981-007A-4D9B-8E37-42A3371909A9}" type="pres">
      <dgm:prSet presAssocID="{4B84B45B-D670-4CE0-9EF1-C767B22A205B}" presName="rootText" presStyleLbl="node4" presStyleIdx="9" presStyleCnt="11">
        <dgm:presLayoutVars>
          <dgm:chPref val="3"/>
        </dgm:presLayoutVars>
      </dgm:prSet>
      <dgm:spPr/>
    </dgm:pt>
    <dgm:pt modelId="{E1B56F29-FEAB-4CE2-B259-C385F12F92A6}" type="pres">
      <dgm:prSet presAssocID="{4B84B45B-D670-4CE0-9EF1-C767B22A205B}" presName="rootConnector" presStyleLbl="node4" presStyleIdx="9" presStyleCnt="11"/>
      <dgm:spPr/>
    </dgm:pt>
    <dgm:pt modelId="{E0B8A824-13EE-4E74-94D5-5970AE45EF01}" type="pres">
      <dgm:prSet presAssocID="{4B84B45B-D670-4CE0-9EF1-C767B22A205B}" presName="hierChild4" presStyleCnt="0"/>
      <dgm:spPr/>
    </dgm:pt>
    <dgm:pt modelId="{287DD1D2-2D3F-4766-9B15-F7B24452FB2D}" type="pres">
      <dgm:prSet presAssocID="{4B84B45B-D670-4CE0-9EF1-C767B22A205B}" presName="hierChild5" presStyleCnt="0"/>
      <dgm:spPr/>
    </dgm:pt>
    <dgm:pt modelId="{537C6A29-5AB4-D840-B77C-09612F484294}" type="pres">
      <dgm:prSet presAssocID="{92827E6D-CF61-4C2B-8B33-2C38F2110338}" presName="Name50" presStyleLbl="parChTrans1D4" presStyleIdx="10" presStyleCnt="11"/>
      <dgm:spPr/>
    </dgm:pt>
    <dgm:pt modelId="{3D8C34A9-C9C7-46D4-B768-42AB282BF513}" type="pres">
      <dgm:prSet presAssocID="{49CB201D-86A2-4F12-916B-6ADD2617F8F8}" presName="hierRoot2" presStyleCnt="0">
        <dgm:presLayoutVars>
          <dgm:hierBranch/>
        </dgm:presLayoutVars>
      </dgm:prSet>
      <dgm:spPr/>
    </dgm:pt>
    <dgm:pt modelId="{01CABF74-489F-4C8F-BF31-D857A98F3D53}" type="pres">
      <dgm:prSet presAssocID="{49CB201D-86A2-4F12-916B-6ADD2617F8F8}" presName="rootComposite" presStyleCnt="0"/>
      <dgm:spPr/>
    </dgm:pt>
    <dgm:pt modelId="{668654D7-2ADC-489C-B0E6-A5A5BE356BB3}" type="pres">
      <dgm:prSet presAssocID="{49CB201D-86A2-4F12-916B-6ADD2617F8F8}" presName="rootText" presStyleLbl="node4" presStyleIdx="10" presStyleCnt="11">
        <dgm:presLayoutVars>
          <dgm:chPref val="3"/>
        </dgm:presLayoutVars>
      </dgm:prSet>
      <dgm:spPr/>
    </dgm:pt>
    <dgm:pt modelId="{72B98B96-CEE3-4FED-9CB7-B6427B036DDE}" type="pres">
      <dgm:prSet presAssocID="{49CB201D-86A2-4F12-916B-6ADD2617F8F8}" presName="rootConnector" presStyleLbl="node4" presStyleIdx="10" presStyleCnt="11"/>
      <dgm:spPr/>
    </dgm:pt>
    <dgm:pt modelId="{40F81FB7-A2E9-4B8F-ABC6-873E801EBBDC}" type="pres">
      <dgm:prSet presAssocID="{49CB201D-86A2-4F12-916B-6ADD2617F8F8}" presName="hierChild4" presStyleCnt="0"/>
      <dgm:spPr/>
    </dgm:pt>
    <dgm:pt modelId="{2C1CEE03-06FC-4C79-BCF0-C8AEBD9AAD1A}" type="pres">
      <dgm:prSet presAssocID="{49CB201D-86A2-4F12-916B-6ADD2617F8F8}" presName="hierChild5" presStyleCnt="0"/>
      <dgm:spPr/>
    </dgm:pt>
    <dgm:pt modelId="{A7FF2750-4280-4F6E-81CE-5434486DDAF1}" type="pres">
      <dgm:prSet presAssocID="{AE733884-D7E6-46AE-8BC0-0E2A02161842}" presName="hierChild5" presStyleCnt="0"/>
      <dgm:spPr/>
    </dgm:pt>
    <dgm:pt modelId="{DAAF8B8A-765F-4E3E-8A11-B51AF2987555}" type="pres">
      <dgm:prSet presAssocID="{0DA66697-6CB8-4EF4-A2AD-2BBD93CD5158}" presName="hierChild5" presStyleCnt="0"/>
      <dgm:spPr/>
    </dgm:pt>
    <dgm:pt modelId="{72585FB1-0792-BC45-8EDE-2A5E2BE69705}" type="pres">
      <dgm:prSet presAssocID="{184A1767-DA0B-466E-A9D1-FB42AE272BD1}" presName="Name35" presStyleLbl="parChTrans1D2" presStyleIdx="4" presStyleCnt="5"/>
      <dgm:spPr/>
    </dgm:pt>
    <dgm:pt modelId="{6B5E92C5-51F1-48F3-8274-13192AAD9101}" type="pres">
      <dgm:prSet presAssocID="{AC7B98EA-B026-4F08-8052-EC037FB5D742}" presName="hierRoot2" presStyleCnt="0">
        <dgm:presLayoutVars>
          <dgm:hierBranch val="r"/>
        </dgm:presLayoutVars>
      </dgm:prSet>
      <dgm:spPr/>
    </dgm:pt>
    <dgm:pt modelId="{81EACDE4-5F50-42CE-840E-068CFEAA1270}" type="pres">
      <dgm:prSet presAssocID="{AC7B98EA-B026-4F08-8052-EC037FB5D742}" presName="rootComposite" presStyleCnt="0"/>
      <dgm:spPr/>
    </dgm:pt>
    <dgm:pt modelId="{EDAF6549-3B8E-4725-A998-A8A45254797C}" type="pres">
      <dgm:prSet presAssocID="{AC7B98EA-B026-4F08-8052-EC037FB5D742}" presName="rootText" presStyleLbl="node2" presStyleIdx="4" presStyleCnt="5">
        <dgm:presLayoutVars>
          <dgm:chPref val="3"/>
        </dgm:presLayoutVars>
      </dgm:prSet>
      <dgm:spPr/>
    </dgm:pt>
    <dgm:pt modelId="{BDDB9E3F-77FE-4C29-B777-E96BE14A84DB}" type="pres">
      <dgm:prSet presAssocID="{AC7B98EA-B026-4F08-8052-EC037FB5D742}" presName="rootConnector" presStyleLbl="node2" presStyleIdx="4" presStyleCnt="5"/>
      <dgm:spPr/>
    </dgm:pt>
    <dgm:pt modelId="{41921DD9-906F-4388-B4D4-6AD0ED484779}" type="pres">
      <dgm:prSet presAssocID="{AC7B98EA-B026-4F08-8052-EC037FB5D742}" presName="hierChild4" presStyleCnt="0"/>
      <dgm:spPr/>
    </dgm:pt>
    <dgm:pt modelId="{381E8832-C68D-7445-AF38-36CC90F9737D}" type="pres">
      <dgm:prSet presAssocID="{CF9B5626-7FB7-4F12-A803-E460767C759A}" presName="Name50" presStyleLbl="parChTrans1D3" presStyleIdx="6" presStyleCnt="9"/>
      <dgm:spPr/>
    </dgm:pt>
    <dgm:pt modelId="{4DEA408A-7D6B-4CC6-8FF4-1E6C6327C856}" type="pres">
      <dgm:prSet presAssocID="{EC5B6BA5-8B27-48D1-BC34-DC94FCB181D7}" presName="hierRoot2" presStyleCnt="0">
        <dgm:presLayoutVars>
          <dgm:hierBranch val="l"/>
        </dgm:presLayoutVars>
      </dgm:prSet>
      <dgm:spPr/>
    </dgm:pt>
    <dgm:pt modelId="{D2E6BC5E-66B3-4B36-8FDC-E6A8B09010E4}" type="pres">
      <dgm:prSet presAssocID="{EC5B6BA5-8B27-48D1-BC34-DC94FCB181D7}" presName="rootComposite" presStyleCnt="0"/>
      <dgm:spPr/>
    </dgm:pt>
    <dgm:pt modelId="{D71B566B-68C3-44C5-AE09-39FDA3398244}" type="pres">
      <dgm:prSet presAssocID="{EC5B6BA5-8B27-48D1-BC34-DC94FCB181D7}" presName="rootText" presStyleLbl="node3" presStyleIdx="6" presStyleCnt="9" custLinFactNeighborX="8938" custLinFactNeighborY="25740">
        <dgm:presLayoutVars>
          <dgm:chPref val="3"/>
        </dgm:presLayoutVars>
      </dgm:prSet>
      <dgm:spPr/>
    </dgm:pt>
    <dgm:pt modelId="{C32D589F-6B96-4536-A603-E1CD2F82C33B}" type="pres">
      <dgm:prSet presAssocID="{EC5B6BA5-8B27-48D1-BC34-DC94FCB181D7}" presName="rootConnector" presStyleLbl="node3" presStyleIdx="6" presStyleCnt="9"/>
      <dgm:spPr/>
    </dgm:pt>
    <dgm:pt modelId="{A9E69AEF-B7AD-46DB-894E-18BD5878BC88}" type="pres">
      <dgm:prSet presAssocID="{EC5B6BA5-8B27-48D1-BC34-DC94FCB181D7}" presName="hierChild4" presStyleCnt="0"/>
      <dgm:spPr/>
    </dgm:pt>
    <dgm:pt modelId="{389B21AB-A00D-4495-B221-F7559C3EEB0E}" type="pres">
      <dgm:prSet presAssocID="{EC5B6BA5-8B27-48D1-BC34-DC94FCB181D7}" presName="hierChild5" presStyleCnt="0"/>
      <dgm:spPr/>
    </dgm:pt>
    <dgm:pt modelId="{822E419C-9C38-0749-9039-4A9D579A0FD1}" type="pres">
      <dgm:prSet presAssocID="{C1E04D17-FEB3-44A1-A150-3C166055A6D8}" presName="Name50" presStyleLbl="parChTrans1D3" presStyleIdx="7" presStyleCnt="9"/>
      <dgm:spPr/>
    </dgm:pt>
    <dgm:pt modelId="{1E392964-809E-427E-9C3B-8A85FFB66996}" type="pres">
      <dgm:prSet presAssocID="{A7FE76EE-D1E0-4C85-BEBD-F4F35AA4EDA6}" presName="hierRoot2" presStyleCnt="0">
        <dgm:presLayoutVars>
          <dgm:hierBranch val="l"/>
        </dgm:presLayoutVars>
      </dgm:prSet>
      <dgm:spPr/>
    </dgm:pt>
    <dgm:pt modelId="{860424C5-5852-42B1-82D5-3C78E6A07236}" type="pres">
      <dgm:prSet presAssocID="{A7FE76EE-D1E0-4C85-BEBD-F4F35AA4EDA6}" presName="rootComposite" presStyleCnt="0"/>
      <dgm:spPr/>
    </dgm:pt>
    <dgm:pt modelId="{512D87B3-B599-49CC-800E-AAF84B20F1CE}" type="pres">
      <dgm:prSet presAssocID="{A7FE76EE-D1E0-4C85-BEBD-F4F35AA4EDA6}" presName="rootText" presStyleLbl="node3" presStyleIdx="7" presStyleCnt="9" custLinFactNeighborX="5332" custLinFactNeighborY="9681">
        <dgm:presLayoutVars>
          <dgm:chPref val="3"/>
        </dgm:presLayoutVars>
      </dgm:prSet>
      <dgm:spPr/>
    </dgm:pt>
    <dgm:pt modelId="{0D653DA5-927F-4957-AA41-C0BCBE977E06}" type="pres">
      <dgm:prSet presAssocID="{A7FE76EE-D1E0-4C85-BEBD-F4F35AA4EDA6}" presName="rootConnector" presStyleLbl="node3" presStyleIdx="7" presStyleCnt="9"/>
      <dgm:spPr/>
    </dgm:pt>
    <dgm:pt modelId="{98AB85B7-4498-4B66-847F-60C3E85929B3}" type="pres">
      <dgm:prSet presAssocID="{A7FE76EE-D1E0-4C85-BEBD-F4F35AA4EDA6}" presName="hierChild4" presStyleCnt="0"/>
      <dgm:spPr/>
    </dgm:pt>
    <dgm:pt modelId="{2770C4B6-7BF2-43AF-8FCA-E63A0C43B598}" type="pres">
      <dgm:prSet presAssocID="{A7FE76EE-D1E0-4C85-BEBD-F4F35AA4EDA6}" presName="hierChild5" presStyleCnt="0"/>
      <dgm:spPr/>
    </dgm:pt>
    <dgm:pt modelId="{40A4AC8D-3EAF-2A46-A0D6-572E66D87847}" type="pres">
      <dgm:prSet presAssocID="{57E80165-04C5-4256-8733-48B3E2C07CCD}" presName="Name50" presStyleLbl="parChTrans1D3" presStyleIdx="8" presStyleCnt="9"/>
      <dgm:spPr/>
    </dgm:pt>
    <dgm:pt modelId="{C541E6A8-F72E-4917-8A00-565C8C5A177F}" type="pres">
      <dgm:prSet presAssocID="{0ACAFAE2-734D-4E92-8B74-50F530A39721}" presName="hierRoot2" presStyleCnt="0">
        <dgm:presLayoutVars>
          <dgm:hierBranch val="l"/>
        </dgm:presLayoutVars>
      </dgm:prSet>
      <dgm:spPr/>
    </dgm:pt>
    <dgm:pt modelId="{24078B95-521A-426B-A4BB-9BF32A88F8AF}" type="pres">
      <dgm:prSet presAssocID="{0ACAFAE2-734D-4E92-8B74-50F530A39721}" presName="rootComposite" presStyleCnt="0"/>
      <dgm:spPr/>
    </dgm:pt>
    <dgm:pt modelId="{98F89CD6-997A-425F-B128-2D27CFA3B5BB}" type="pres">
      <dgm:prSet presAssocID="{0ACAFAE2-734D-4E92-8B74-50F530A39721}" presName="rootText" presStyleLbl="node3" presStyleIdx="8" presStyleCnt="9">
        <dgm:presLayoutVars>
          <dgm:chPref val="3"/>
        </dgm:presLayoutVars>
      </dgm:prSet>
      <dgm:spPr/>
    </dgm:pt>
    <dgm:pt modelId="{6BD44AA0-9CCF-4EDB-9B95-DEFEC32AA506}" type="pres">
      <dgm:prSet presAssocID="{0ACAFAE2-734D-4E92-8B74-50F530A39721}" presName="rootConnector" presStyleLbl="node3" presStyleIdx="8" presStyleCnt="9"/>
      <dgm:spPr/>
    </dgm:pt>
    <dgm:pt modelId="{06BF0A94-A30E-46A8-9D25-C1975BA79EAC}" type="pres">
      <dgm:prSet presAssocID="{0ACAFAE2-734D-4E92-8B74-50F530A39721}" presName="hierChild4" presStyleCnt="0"/>
      <dgm:spPr/>
    </dgm:pt>
    <dgm:pt modelId="{11904DCE-78A2-450F-B57D-817A5B5D7288}" type="pres">
      <dgm:prSet presAssocID="{0ACAFAE2-734D-4E92-8B74-50F530A39721}" presName="hierChild5" presStyleCnt="0"/>
      <dgm:spPr/>
    </dgm:pt>
    <dgm:pt modelId="{A673BD71-CE48-453C-BE03-E1F18A40598A}" type="pres">
      <dgm:prSet presAssocID="{AC7B98EA-B026-4F08-8052-EC037FB5D742}" presName="hierChild5" presStyleCnt="0"/>
      <dgm:spPr/>
    </dgm:pt>
    <dgm:pt modelId="{28BDC3D5-211A-417C-820E-82ED4BE9DBEB}" type="pres">
      <dgm:prSet presAssocID="{36E3B70A-2B3C-4CB6-8258-F783A8D947BE}" presName="hierChild3" presStyleCnt="0"/>
      <dgm:spPr/>
    </dgm:pt>
  </dgm:ptLst>
  <dgm:cxnLst>
    <dgm:cxn modelId="{5D2FFF01-2CE9-8440-87F5-7B14FC0B3F1B}" type="presOf" srcId="{0DA66697-6CB8-4EF4-A2AD-2BBD93CD5158}" destId="{71BE2DB2-6D88-4CC6-84DB-8A5A34CFF928}" srcOrd="1" destOrd="0" presId="urn:microsoft.com/office/officeart/2005/8/layout/orgChart1"/>
    <dgm:cxn modelId="{8D049806-A485-9C4F-A3CF-7B1276E8F8C7}" type="presOf" srcId="{57E80165-04C5-4256-8733-48B3E2C07CCD}" destId="{40A4AC8D-3EAF-2A46-A0D6-572E66D87847}" srcOrd="0" destOrd="0" presId="urn:microsoft.com/office/officeart/2005/8/layout/orgChart1"/>
    <dgm:cxn modelId="{C9EDCA09-D2AE-4E56-8A7D-28BD341B13B8}" srcId="{BD93D27F-6DCB-4C5E-ABB8-D1EEE6ED99C8}" destId="{F1726AEE-CE55-4BB4-A8AA-8800550F371C}" srcOrd="0" destOrd="0" parTransId="{857F5033-3184-434C-A9F8-AE89C1A4F85B}" sibTransId="{2947866A-7DB9-448A-BB18-851AB646993F}"/>
    <dgm:cxn modelId="{B23F160A-21F7-42A0-BB3C-49F14B86092C}" srcId="{36E3B70A-2B3C-4CB6-8258-F783A8D947BE}" destId="{2D501A6C-CB1C-42AF-A2B4-95A7ADFD6EB8}" srcOrd="0" destOrd="0" parTransId="{47D56DEB-1BD9-431C-A9F1-63D6F6A8099D}" sibTransId="{D5832A88-F911-4DAF-9868-E6D6974C1FA6}"/>
    <dgm:cxn modelId="{6B61760B-2286-6449-A8C4-7CCB9138405A}" type="presOf" srcId="{BD93D27F-6DCB-4C5E-ABB8-D1EEE6ED99C8}" destId="{14502D84-1EEF-4B2C-9AB6-A3BAC222354A}" srcOrd="1" destOrd="0" presId="urn:microsoft.com/office/officeart/2005/8/layout/orgChart1"/>
    <dgm:cxn modelId="{68150A0D-BEB9-5240-AA92-AE31D235F592}" type="presOf" srcId="{2905B16C-77D4-4CB9-8BFC-781286174F38}" destId="{B1CE2E64-0BD5-6D48-BAA3-600A5CFA469A}" srcOrd="0" destOrd="0" presId="urn:microsoft.com/office/officeart/2005/8/layout/orgChart1"/>
    <dgm:cxn modelId="{BAADEB13-8E67-584B-B3E9-0B3BC3FDFC9D}" type="presOf" srcId="{857F5033-3184-434C-A9F8-AE89C1A4F85B}" destId="{F59E2241-007C-2148-97B3-B9ADD71AD69C}" srcOrd="0" destOrd="0" presId="urn:microsoft.com/office/officeart/2005/8/layout/orgChart1"/>
    <dgm:cxn modelId="{A828F016-3A56-FA4D-B5F3-3E97910352B2}" type="presOf" srcId="{2D501A6C-CB1C-42AF-A2B4-95A7ADFD6EB8}" destId="{CB55DB27-6DC2-4102-B6F8-337C4EFD8ECC}" srcOrd="1" destOrd="0" presId="urn:microsoft.com/office/officeart/2005/8/layout/orgChart1"/>
    <dgm:cxn modelId="{A2DD6A17-2455-44AA-B10E-2857F1692880}" srcId="{AC7B98EA-B026-4F08-8052-EC037FB5D742}" destId="{EC5B6BA5-8B27-48D1-BC34-DC94FCB181D7}" srcOrd="0" destOrd="0" parTransId="{CF9B5626-7FB7-4F12-A803-E460767C759A}" sibTransId="{87667234-7A9B-46BC-8C96-00011C04A33C}"/>
    <dgm:cxn modelId="{94241018-40D0-0C4C-AB79-91EB4EB7C310}" type="presOf" srcId="{EC5B6BA5-8B27-48D1-BC34-DC94FCB181D7}" destId="{C32D589F-6B96-4536-A603-E1CD2F82C33B}" srcOrd="1" destOrd="0" presId="urn:microsoft.com/office/officeart/2005/8/layout/orgChart1"/>
    <dgm:cxn modelId="{7EC8FE18-5035-9640-AAFD-58AA2D17CB78}" type="presOf" srcId="{BFB00E75-F2D1-4CB4-B8D1-919071F74C94}" destId="{0A485551-8F6B-B14D-90F3-116F130F9BED}" srcOrd="0" destOrd="0" presId="urn:microsoft.com/office/officeart/2005/8/layout/orgChart1"/>
    <dgm:cxn modelId="{C6973C19-CDF2-4B16-A71E-DE2603511778}" srcId="{36E3B70A-2B3C-4CB6-8258-F783A8D947BE}" destId="{7A7C0BE4-DBF4-4822-AD17-934CD1F18143}" srcOrd="2" destOrd="0" parTransId="{6481E83F-D673-4C63-B7D8-46D56BB0E885}" sibTransId="{A7065659-1105-4D12-9D2C-015272F3B2AB}"/>
    <dgm:cxn modelId="{3C4C3C1A-54CF-3B4F-9D37-5B8781F7BE01}" type="presOf" srcId="{04B99688-13A1-49D0-BBA7-055FD790B623}" destId="{D8815A83-BB4A-EA4E-ABE1-21BA7C378FB0}" srcOrd="0" destOrd="0" presId="urn:microsoft.com/office/officeart/2005/8/layout/orgChart1"/>
    <dgm:cxn modelId="{55669720-2AB7-EE4A-BA47-CD82A43904EF}" type="presOf" srcId="{92827E6D-CF61-4C2B-8B33-2C38F2110338}" destId="{537C6A29-5AB4-D840-B77C-09612F484294}" srcOrd="0" destOrd="0" presId="urn:microsoft.com/office/officeart/2005/8/layout/orgChart1"/>
    <dgm:cxn modelId="{3E3E4227-685F-1B43-A454-BC66928335FE}" type="presOf" srcId="{CC309443-3AE2-4840-BF6D-742DD89C02B0}" destId="{CEE93429-621B-4703-B521-443DCCC3E000}" srcOrd="0" destOrd="0" presId="urn:microsoft.com/office/officeart/2005/8/layout/orgChart1"/>
    <dgm:cxn modelId="{18658727-886D-044F-A488-F72FE4A0E8AA}" type="presOf" srcId="{AC7B98EA-B026-4F08-8052-EC037FB5D742}" destId="{BDDB9E3F-77FE-4C29-B777-E96BE14A84DB}" srcOrd="1" destOrd="0" presId="urn:microsoft.com/office/officeart/2005/8/layout/orgChart1"/>
    <dgm:cxn modelId="{80EB622F-2F1B-2F42-98DF-AA1E993AFAD5}" type="presOf" srcId="{D87E956D-0547-4128-AFF1-BD73C88E3683}" destId="{185426BD-A78C-4C1C-8368-3F270184B3DA}" srcOrd="1" destOrd="0" presId="urn:microsoft.com/office/officeart/2005/8/layout/orgChart1"/>
    <dgm:cxn modelId="{8E94CC34-B6C0-4ECC-B2FA-2D41DED5C5CC}" srcId="{62693056-0B0D-4626-992C-051F2E792B18}" destId="{A211AE1B-2D58-430E-81A9-7470B99FFD08}" srcOrd="0" destOrd="0" parTransId="{BFB00E75-F2D1-4CB4-B8D1-919071F74C94}" sibTransId="{6A3B6749-EA12-4BAD-B846-9950C88DD2D0}"/>
    <dgm:cxn modelId="{BF5F4B37-6374-AC4B-82FF-8705DEE22F25}" type="presOf" srcId="{96DF1B58-6C96-457F-B9C5-CA7F883CA9C3}" destId="{85ADDAF6-28FD-457D-A12B-A0309B9A3DA3}" srcOrd="0" destOrd="0" presId="urn:microsoft.com/office/officeart/2005/8/layout/orgChart1"/>
    <dgm:cxn modelId="{31459038-D4BE-674D-8357-64DA02C1468C}" type="presOf" srcId="{009318C8-8591-4C1B-891A-490442B47FAF}" destId="{82486B74-1D0A-4FDA-8388-8A437CBB200A}" srcOrd="1" destOrd="0" presId="urn:microsoft.com/office/officeart/2005/8/layout/orgChart1"/>
    <dgm:cxn modelId="{E8FC3B39-5CDB-014B-9E8B-4A98506AFD96}" type="presOf" srcId="{C1E04D17-FEB3-44A1-A150-3C166055A6D8}" destId="{822E419C-9C38-0749-9039-4A9D579A0FD1}" srcOrd="0" destOrd="0" presId="urn:microsoft.com/office/officeart/2005/8/layout/orgChart1"/>
    <dgm:cxn modelId="{1D7F1E3C-AA13-CC4C-ACAF-AF051C4D648D}" type="presOf" srcId="{AE733884-D7E6-46AE-8BC0-0E2A02161842}" destId="{B2115AFB-3F36-4219-9E70-161788E0CABF}" srcOrd="1" destOrd="0" presId="urn:microsoft.com/office/officeart/2005/8/layout/orgChart1"/>
    <dgm:cxn modelId="{A7D5613C-366C-424C-AB92-59CBB244D507}" srcId="{2D501A6C-CB1C-42AF-A2B4-95A7ADFD6EB8}" destId="{62693056-0B0D-4626-992C-051F2E792B18}" srcOrd="1" destOrd="0" parTransId="{ED448E46-0EEB-443E-8BA7-D1038693D95C}" sibTransId="{8DEAB065-FB29-4E96-9A29-52D8AF714414}"/>
    <dgm:cxn modelId="{F3955A41-A244-D845-9928-B795F996C2B3}" type="presOf" srcId="{D87E956D-0547-4128-AFF1-BD73C88E3683}" destId="{A850DDD4-C76B-420C-8E40-3E42FB92093A}" srcOrd="0" destOrd="0" presId="urn:microsoft.com/office/officeart/2005/8/layout/orgChart1"/>
    <dgm:cxn modelId="{C5172342-AA62-2D47-A74A-B6B53CC2BA02}" type="presOf" srcId="{BD93D27F-6DCB-4C5E-ABB8-D1EEE6ED99C8}" destId="{D5AC4358-F08B-4603-9B2B-FCB520444D7C}" srcOrd="0" destOrd="0" presId="urn:microsoft.com/office/officeart/2005/8/layout/orgChart1"/>
    <dgm:cxn modelId="{3B039C42-91C7-0546-94FE-CFDF4DF1CEC2}" type="presOf" srcId="{8220A022-C4EE-4414-B698-81EB803A3339}" destId="{D92BFBEC-FFB3-3440-8BA8-F03CDBFB0D46}" srcOrd="0" destOrd="0" presId="urn:microsoft.com/office/officeart/2005/8/layout/orgChart1"/>
    <dgm:cxn modelId="{39F11B44-3BAF-094B-ACAD-7DBD48E885DD}" type="presOf" srcId="{8180F4DF-4810-4E67-9CAB-CCD290DBCE0F}" destId="{80BDFC72-5E85-9045-99B4-6C10C423CC98}" srcOrd="0" destOrd="0" presId="urn:microsoft.com/office/officeart/2005/8/layout/orgChart1"/>
    <dgm:cxn modelId="{EC7C7E45-FE89-FA4F-B3F9-6FF3EF9F2DA8}" type="presOf" srcId="{F1726AEE-CE55-4BB4-A8AA-8800550F371C}" destId="{79030AA8-686B-440B-8256-1D9519E959CA}" srcOrd="1" destOrd="0" presId="urn:microsoft.com/office/officeart/2005/8/layout/orgChart1"/>
    <dgm:cxn modelId="{A180804F-D9B2-42D8-8DA9-ACA14774B0C1}" srcId="{62693056-0B0D-4626-992C-051F2E792B18}" destId="{0DDEBA6E-DCFC-429B-A5C1-488212499341}" srcOrd="1" destOrd="0" parTransId="{8180F4DF-4810-4E67-9CAB-CCD290DBCE0F}" sibTransId="{16B3C329-B8C0-4428-8664-5870E397FCAD}"/>
    <dgm:cxn modelId="{6C0EDD4F-FC54-8448-9F1D-67242762EA8D}" type="presOf" srcId="{80A5AAE1-3016-4C2B-BC6F-F5B7F86617C3}" destId="{9EB80E04-AF56-994A-AA1B-86BA3362D670}" srcOrd="0" destOrd="0" presId="urn:microsoft.com/office/officeart/2005/8/layout/orgChart1"/>
    <dgm:cxn modelId="{88486A56-785E-5547-AAD8-94126AEA87C1}" type="presOf" srcId="{A211AE1B-2D58-430E-81A9-7470B99FFD08}" destId="{EBB435CD-EE78-40CD-8E31-1604916C3BCC}" srcOrd="0" destOrd="0" presId="urn:microsoft.com/office/officeart/2005/8/layout/orgChart1"/>
    <dgm:cxn modelId="{B130A156-E2A7-4B36-9A4D-CF13A67D9BA1}" srcId="{C4CA07C3-E713-4CD5-8BC0-C3536C8A44AA}" destId="{D69A1BCA-7F2E-4B66-AD87-7F8F5F0E7127}" srcOrd="0" destOrd="0" parTransId="{829EEEF6-E0FC-4E2A-B21E-EE176E5A1308}" sibTransId="{438237A3-3033-4761-A96A-C29437511893}"/>
    <dgm:cxn modelId="{2B85BC56-58B6-6F46-9E03-B2CD4BFA9282}" type="presOf" srcId="{49CB201D-86A2-4F12-916B-6ADD2617F8F8}" destId="{72B98B96-CEE3-4FED-9CB7-B6427B036DDE}" srcOrd="1" destOrd="0" presId="urn:microsoft.com/office/officeart/2005/8/layout/orgChart1"/>
    <dgm:cxn modelId="{28FABF58-612E-CC43-A7D1-A1F3557D499C}" type="presOf" srcId="{E19E024F-CBA0-486F-8154-B476C77F0020}" destId="{2FFFCB54-00F2-40B3-9893-442426D049CD}" srcOrd="0" destOrd="0" presId="urn:microsoft.com/office/officeart/2005/8/layout/orgChart1"/>
    <dgm:cxn modelId="{9BC2955A-8724-054F-9A99-595B2E5B9A12}" type="presOf" srcId="{A7FE76EE-D1E0-4C85-BEBD-F4F35AA4EDA6}" destId="{512D87B3-B599-49CC-800E-AAF84B20F1CE}" srcOrd="0" destOrd="0" presId="urn:microsoft.com/office/officeart/2005/8/layout/orgChart1"/>
    <dgm:cxn modelId="{F686275E-47E9-486E-BB8E-F02C14C06A5D}" srcId="{2D501A6C-CB1C-42AF-A2B4-95A7ADFD6EB8}" destId="{5464455F-FE27-4E2B-B770-7475AE342F46}" srcOrd="0" destOrd="0" parTransId="{1DB38FF9-3325-4F16-A9E6-F84CAFC8FF0F}" sibTransId="{CB17FA13-D2CE-4421-AB75-8AED2E20FEAB}"/>
    <dgm:cxn modelId="{743FCB5F-7A72-A04C-8E8D-ECC81CF93DCB}" type="presOf" srcId="{62693056-0B0D-4626-992C-051F2E792B18}" destId="{F44AF9BF-75C6-47A6-A313-D0B4E283FDEF}" srcOrd="0" destOrd="0" presId="urn:microsoft.com/office/officeart/2005/8/layout/orgChart1"/>
    <dgm:cxn modelId="{611ACE62-9BD0-A748-A2AE-D8C220C0AB53}" type="presOf" srcId="{AC7B98EA-B026-4F08-8052-EC037FB5D742}" destId="{EDAF6549-3B8E-4725-A998-A8A45254797C}" srcOrd="0" destOrd="0" presId="urn:microsoft.com/office/officeart/2005/8/layout/orgChart1"/>
    <dgm:cxn modelId="{DFA5CF68-BA31-BC43-8868-C63A5646EC84}" type="presOf" srcId="{36E3B70A-2B3C-4CB6-8258-F783A8D947BE}" destId="{2B6B62F3-3567-4C95-960A-6F5C0EE787E2}" srcOrd="0" destOrd="0" presId="urn:microsoft.com/office/officeart/2005/8/layout/orgChart1"/>
    <dgm:cxn modelId="{1C70456B-1821-4DF8-9C1B-569B50522D3C}" srcId="{AC7B98EA-B026-4F08-8052-EC037FB5D742}" destId="{A7FE76EE-D1E0-4C85-BEBD-F4F35AA4EDA6}" srcOrd="1" destOrd="0" parTransId="{C1E04D17-FEB3-44A1-A150-3C166055A6D8}" sibTransId="{BEF9C721-5308-4AD3-A7CD-6464BFB7074B}"/>
    <dgm:cxn modelId="{5BEFFB6B-DFCB-094B-95B0-58624BDBACAC}" type="presOf" srcId="{1DB38FF9-3325-4F16-A9E6-F84CAFC8FF0F}" destId="{6D945408-EDFC-B645-B238-8A8FF79D2EF8}" srcOrd="0" destOrd="0" presId="urn:microsoft.com/office/officeart/2005/8/layout/orgChart1"/>
    <dgm:cxn modelId="{886CE16C-A3FB-2744-A25C-AEE41C07A208}" type="presOf" srcId="{E19E024F-CBA0-486F-8154-B476C77F0020}" destId="{DD238B7C-23F3-431B-BFFD-846C04B41C07}" srcOrd="1" destOrd="0" presId="urn:microsoft.com/office/officeart/2005/8/layout/orgChart1"/>
    <dgm:cxn modelId="{E4B7F06E-0F93-4044-8473-DF677019E61C}" srcId="{AE733884-D7E6-46AE-8BC0-0E2A02161842}" destId="{4B84B45B-D670-4CE0-9EF1-C767B22A205B}" srcOrd="0" destOrd="0" parTransId="{4D8B2F02-1A81-4923-BE0D-CAFD2584068C}" sibTransId="{0DDAB7B8-7757-4B24-A169-BA3960F6476F}"/>
    <dgm:cxn modelId="{EEBAA372-4E6C-A04F-AFDD-5AA18423F6FB}" type="presOf" srcId="{49CB201D-86A2-4F12-916B-6ADD2617F8F8}" destId="{668654D7-2ADC-489C-B0E6-A5A5BE356BB3}" srcOrd="0" destOrd="0" presId="urn:microsoft.com/office/officeart/2005/8/layout/orgChart1"/>
    <dgm:cxn modelId="{185C5874-7D62-7C49-9AC6-C5D62F37E16F}" type="presOf" srcId="{0ACAFAE2-734D-4E92-8B74-50F530A39721}" destId="{98F89CD6-997A-425F-B128-2D27CFA3B5BB}" srcOrd="0" destOrd="0" presId="urn:microsoft.com/office/officeart/2005/8/layout/orgChart1"/>
    <dgm:cxn modelId="{32948876-5BFC-B84C-98A2-089CD78A8A45}" type="presOf" srcId="{7A7C0BE4-DBF4-4822-AD17-934CD1F18143}" destId="{C7D6E43D-B148-4792-B6F0-F313AB205CA6}" srcOrd="0" destOrd="0" presId="urn:microsoft.com/office/officeart/2005/8/layout/orgChart1"/>
    <dgm:cxn modelId="{2CCBDF76-BE04-4ED9-BBA9-B83BE4A91E9E}" srcId="{AC7B98EA-B026-4F08-8052-EC037FB5D742}" destId="{0ACAFAE2-734D-4E92-8B74-50F530A39721}" srcOrd="2" destOrd="0" parTransId="{57E80165-04C5-4256-8733-48B3E2C07CCD}" sibTransId="{FBC27EE3-E2ED-4AE4-ADF7-39D552873CFB}"/>
    <dgm:cxn modelId="{DD34F878-1365-40C9-BFE9-D40109F56A5D}" type="presOf" srcId="{576060C9-4F9C-4633-A8C3-6F32FC224519}" destId="{5E0D9EA1-9489-4592-9738-7918480FCB62}" srcOrd="0" destOrd="0" presId="urn:microsoft.com/office/officeart/2005/8/layout/orgChart1"/>
    <dgm:cxn modelId="{8608BC7D-F4CF-2343-9F64-FB2A23E412CA}" type="presOf" srcId="{5942B258-29FD-4AB2-923C-2F985D439EC7}" destId="{396FBEFC-46A9-4E44-A1CA-988E48BFAB45}" srcOrd="0" destOrd="0" presId="urn:microsoft.com/office/officeart/2005/8/layout/orgChart1"/>
    <dgm:cxn modelId="{FE34497F-1355-4E4E-AC7B-18E92423A718}" type="presOf" srcId="{47D56DEB-1BD9-431C-A9F1-63D6F6A8099D}" destId="{A100D25F-21B2-1645-A92A-DC662ACBB090}" srcOrd="0" destOrd="0" presId="urn:microsoft.com/office/officeart/2005/8/layout/orgChart1"/>
    <dgm:cxn modelId="{2B115D7F-AEEC-094D-9FC7-78B6A1376708}" type="presOf" srcId="{C95ED86A-4959-4DA4-8CEE-B429C5F3AE99}" destId="{914E2BA2-2213-44FD-A7B8-30C8A5261808}" srcOrd="0" destOrd="0" presId="urn:microsoft.com/office/officeart/2005/8/layout/orgChart1"/>
    <dgm:cxn modelId="{5698837F-05F6-B846-8883-7A8D0D56E1B4}" type="presOf" srcId="{C4CA07C3-E713-4CD5-8BC0-C3536C8A44AA}" destId="{561DD282-2FD7-4B3B-AF9C-264C1312B190}" srcOrd="0" destOrd="0" presId="urn:microsoft.com/office/officeart/2005/8/layout/orgChart1"/>
    <dgm:cxn modelId="{5DCFEE80-A3D6-7742-B86B-FFED031F5F9B}" type="presOf" srcId="{944D8054-A2B7-4299-B693-A3F41E66066D}" destId="{DFD2B241-8E3F-4599-8C22-3587F16C12D4}" srcOrd="1" destOrd="0" presId="urn:microsoft.com/office/officeart/2005/8/layout/orgChart1"/>
    <dgm:cxn modelId="{60F7548C-820C-7840-9AD0-4C90486C8909}" type="presOf" srcId="{0ACAFAE2-734D-4E92-8B74-50F530A39721}" destId="{6BD44AA0-9CCF-4EDB-9B95-DEFEC32AA506}" srcOrd="1" destOrd="0" presId="urn:microsoft.com/office/officeart/2005/8/layout/orgChart1"/>
    <dgm:cxn modelId="{5AC0D18C-8BE0-BD40-94DA-886ECC6301AB}" type="presOf" srcId="{4D8B2F02-1A81-4923-BE0D-CAFD2584068C}" destId="{A1B40A84-5745-BE4E-9D61-CC0DC611AB7D}" srcOrd="0" destOrd="0" presId="urn:microsoft.com/office/officeart/2005/8/layout/orgChart1"/>
    <dgm:cxn modelId="{0A96C38D-A82D-43CE-89A8-AD4002F2F1AF}" srcId="{C4CA07C3-E713-4CD5-8BC0-C3536C8A44AA}" destId="{CC309443-3AE2-4840-BF6D-742DD89C02B0}" srcOrd="2" destOrd="0" parTransId="{8220A022-C4EE-4414-B698-81EB803A3339}" sibTransId="{8D6579A3-146E-4E6F-AEC7-89CD89785C3E}"/>
    <dgm:cxn modelId="{83A00193-E834-8946-A6E9-8B963248105B}" type="presOf" srcId="{5464455F-FE27-4E2B-B770-7475AE342F46}" destId="{D474D648-7468-441D-88AC-BCC959BD78E4}" srcOrd="0" destOrd="0" presId="urn:microsoft.com/office/officeart/2005/8/layout/orgChart1"/>
    <dgm:cxn modelId="{59C68B93-AFB6-C84B-B3CC-8917883DEFAC}" type="presOf" srcId="{D69A1BCA-7F2E-4B66-AD87-7F8F5F0E7127}" destId="{A0E2FFC6-8DAC-427C-8A73-3C43E738189C}" srcOrd="0" destOrd="0" presId="urn:microsoft.com/office/officeart/2005/8/layout/orgChart1"/>
    <dgm:cxn modelId="{827C0F97-0B8E-A945-AD6A-3D80E2673E8B}" type="presOf" srcId="{184A1767-DA0B-466E-A9D1-FB42AE272BD1}" destId="{72585FB1-0792-BC45-8EDE-2A5E2BE69705}" srcOrd="0" destOrd="0" presId="urn:microsoft.com/office/officeart/2005/8/layout/orgChart1"/>
    <dgm:cxn modelId="{371C5A98-5916-48DA-8EBC-F70B9D64843C}" srcId="{E19E024F-CBA0-486F-8154-B476C77F0020}" destId="{C4CA07C3-E713-4CD5-8BC0-C3536C8A44AA}" srcOrd="1" destOrd="0" parTransId="{2EF0AAD6-7F59-4A6B-A71D-0B0DF363F5B2}" sibTransId="{E6A619D5-1A07-4FD0-B648-B441F5CE4731}"/>
    <dgm:cxn modelId="{F646C598-08AC-0B47-A874-90FCB0422EC0}" type="presOf" srcId="{A211AE1B-2D58-430E-81A9-7470B99FFD08}" destId="{2469655B-2403-48A3-87D6-41B6A5F7F88F}" srcOrd="1" destOrd="0" presId="urn:microsoft.com/office/officeart/2005/8/layout/orgChart1"/>
    <dgm:cxn modelId="{FE6B4699-4F2F-4D40-84A9-00994D9AB760}" srcId="{5464455F-FE27-4E2B-B770-7475AE342F46}" destId="{944D8054-A2B7-4299-B693-A3F41E66066D}" srcOrd="0" destOrd="0" parTransId="{9A27FA61-BD83-43D4-A894-AE1B5F6799DC}" sibTransId="{F96B9A4F-6160-4779-A99D-6740BC85ABD3}"/>
    <dgm:cxn modelId="{AA3A0B9A-2C4A-4AB8-9BD6-800500537C53}" srcId="{576060C9-4F9C-4633-A8C3-6F32FC224519}" destId="{36E3B70A-2B3C-4CB6-8258-F783A8D947BE}" srcOrd="0" destOrd="0" parTransId="{A152F6D8-1644-44AB-B4CE-1C4D046D5A4A}" sibTransId="{77F130DE-2F9F-4FDB-AE03-611F0BF8CB81}"/>
    <dgm:cxn modelId="{E58D799C-0DF0-0B4B-BFAA-BDF99EAA252D}" type="presOf" srcId="{2D501A6C-CB1C-42AF-A2B4-95A7ADFD6EB8}" destId="{F02ACFEF-EA72-4E53-AEA6-88742DAE6E43}" srcOrd="0" destOrd="0" presId="urn:microsoft.com/office/officeart/2005/8/layout/orgChart1"/>
    <dgm:cxn modelId="{38DE53A0-7A4D-7143-8345-3C70594A8D8A}" type="presOf" srcId="{CF9B5626-7FB7-4F12-A803-E460767C759A}" destId="{381E8832-C68D-7445-AF38-36CC90F9737D}" srcOrd="0" destOrd="0" presId="urn:microsoft.com/office/officeart/2005/8/layout/orgChart1"/>
    <dgm:cxn modelId="{4F164DA1-FDE8-2747-8B42-30297F2D7C38}" type="presOf" srcId="{F1726AEE-CE55-4BB4-A8AA-8800550F371C}" destId="{4B274DE1-F8EB-436E-8EF8-9BB263E2A1FD}" srcOrd="0" destOrd="0" presId="urn:microsoft.com/office/officeart/2005/8/layout/orgChart1"/>
    <dgm:cxn modelId="{DC4D6DA3-FB3D-4A9F-B195-F023A46EBCFF}" srcId="{36E3B70A-2B3C-4CB6-8258-F783A8D947BE}" destId="{E19E024F-CBA0-486F-8154-B476C77F0020}" srcOrd="1" destOrd="0" parTransId="{2905B16C-77D4-4CB9-8BFC-781286174F38}" sibTransId="{ADDD845D-4CD4-4B3F-AB2B-4E39F9B0BFA6}"/>
    <dgm:cxn modelId="{362AC5A4-3600-9046-98E1-CEFF3F10468C}" type="presOf" srcId="{829EEEF6-E0FC-4E2A-B21E-EE176E5A1308}" destId="{450D2E4B-CD77-594F-A07F-687A0EAA0567}" srcOrd="0" destOrd="0" presId="urn:microsoft.com/office/officeart/2005/8/layout/orgChart1"/>
    <dgm:cxn modelId="{B53902A5-BCD7-8045-A129-5EC3A7560926}" type="presOf" srcId="{944D8054-A2B7-4299-B693-A3F41E66066D}" destId="{5FA93C53-AD88-4E71-8701-C65862888267}" srcOrd="0" destOrd="0" presId="urn:microsoft.com/office/officeart/2005/8/layout/orgChart1"/>
    <dgm:cxn modelId="{3EDD87A6-13FA-A74A-A1E1-8DA3A309479D}" type="presOf" srcId="{C4CA07C3-E713-4CD5-8BC0-C3536C8A44AA}" destId="{72862D5A-0850-4258-B39C-C7A831D05815}" srcOrd="1" destOrd="0" presId="urn:microsoft.com/office/officeart/2005/8/layout/orgChart1"/>
    <dgm:cxn modelId="{686B97A7-B359-D845-B583-CC15F94AEA9C}" type="presOf" srcId="{0DA66697-6CB8-4EF4-A2AD-2BBD93CD5158}" destId="{54E3BDAB-1EF0-4652-B5AE-0396F0252114}" srcOrd="0" destOrd="0" presId="urn:microsoft.com/office/officeart/2005/8/layout/orgChart1"/>
    <dgm:cxn modelId="{A58ABAA7-A9C5-7A41-948C-0A05D8708F84}" type="presOf" srcId="{C95ED86A-4959-4DA4-8CEE-B429C5F3AE99}" destId="{7C67D73B-951B-4492-9425-8E81EBF1C980}" srcOrd="1" destOrd="0" presId="urn:microsoft.com/office/officeart/2005/8/layout/orgChart1"/>
    <dgm:cxn modelId="{3B9D83AA-26D0-4F6A-A2F5-20AA2B5CB4B9}" srcId="{C4CA07C3-E713-4CD5-8BC0-C3536C8A44AA}" destId="{4A020AB9-1CB9-4A73-A69B-DF30A6A8FD18}" srcOrd="1" destOrd="0" parTransId="{A907B150-ED25-4992-87D3-BE0B10E5A6F1}" sibTransId="{142F3B7E-BD69-411E-9FFF-2B0372586099}"/>
    <dgm:cxn modelId="{A59F16AB-960E-7445-836C-776567FC25C1}" type="presOf" srcId="{0DDEBA6E-DCFC-429B-A5C1-488212499341}" destId="{956D2ABF-230E-485E-A3D0-3DEBB4D338F8}" srcOrd="0" destOrd="0" presId="urn:microsoft.com/office/officeart/2005/8/layout/orgChart1"/>
    <dgm:cxn modelId="{135EB6AE-FF51-EF43-ABC4-70A5EEB47B3D}" type="presOf" srcId="{EC5B6BA5-8B27-48D1-BC34-DC94FCB181D7}" destId="{D71B566B-68C3-44C5-AE09-39FDA3398244}" srcOrd="0" destOrd="0" presId="urn:microsoft.com/office/officeart/2005/8/layout/orgChart1"/>
    <dgm:cxn modelId="{11B684B2-13E7-486E-AD86-28B9159AF260}" srcId="{36E3B70A-2B3C-4CB6-8258-F783A8D947BE}" destId="{0DA66697-6CB8-4EF4-A2AD-2BBD93CD5158}" srcOrd="3" destOrd="0" parTransId="{04B99688-13A1-49D0-BBA7-055FD790B623}" sibTransId="{DAFBD978-87A9-4498-9C9C-F298390007C0}"/>
    <dgm:cxn modelId="{8AEFBAB4-05E3-4949-A06C-11B6CC0EF31B}" type="presOf" srcId="{A907B150-ED25-4992-87D3-BE0B10E5A6F1}" destId="{B7F1AA00-3EB5-8249-8AFE-0131480CF18B}" srcOrd="0" destOrd="0" presId="urn:microsoft.com/office/officeart/2005/8/layout/orgChart1"/>
    <dgm:cxn modelId="{6AB619B5-0407-764C-80F6-6B3413A4EA9E}" type="presOf" srcId="{CC309443-3AE2-4840-BF6D-742DD89C02B0}" destId="{671257BA-C660-4926-A88A-3F9B6AB919D8}" srcOrd="1" destOrd="0" presId="urn:microsoft.com/office/officeart/2005/8/layout/orgChart1"/>
    <dgm:cxn modelId="{9A8E0CBA-FA6C-B14B-8E5D-06BF9E6AC236}" type="presOf" srcId="{D69A1BCA-7F2E-4B66-AD87-7F8F5F0E7127}" destId="{02ACFB1C-7BCC-4DE5-94C2-5894F416E328}" srcOrd="1" destOrd="0" presId="urn:microsoft.com/office/officeart/2005/8/layout/orgChart1"/>
    <dgm:cxn modelId="{7EB24DBF-9F8D-354D-8849-F523FD1F2D20}" type="presOf" srcId="{5464455F-FE27-4E2B-B770-7475AE342F46}" destId="{21186AF9-0E86-4521-938D-82BCE35523BA}" srcOrd="1" destOrd="0" presId="urn:microsoft.com/office/officeart/2005/8/layout/orgChart1"/>
    <dgm:cxn modelId="{B92169BF-31F3-D44C-BC92-BE34E2270775}" type="presOf" srcId="{E1B10AF9-0298-4395-94AA-D492910DB747}" destId="{F68AAAE6-848F-9C43-944D-8A671215838E}" srcOrd="0" destOrd="0" presId="urn:microsoft.com/office/officeart/2005/8/layout/orgChart1"/>
    <dgm:cxn modelId="{4C78FEC4-1776-E445-AC3A-80DD8FF15B3C}" type="presOf" srcId="{A7FE76EE-D1E0-4C85-BEBD-F4F35AA4EDA6}" destId="{0D653DA5-927F-4957-AA41-C0BCBE977E06}" srcOrd="1" destOrd="0" presId="urn:microsoft.com/office/officeart/2005/8/layout/orgChart1"/>
    <dgm:cxn modelId="{92E547C6-6E28-467F-9E4D-A85F618D7BD6}" srcId="{AE733884-D7E6-46AE-8BC0-0E2A02161842}" destId="{49CB201D-86A2-4F12-916B-6ADD2617F8F8}" srcOrd="1" destOrd="0" parTransId="{92827E6D-CF61-4C2B-8B33-2C38F2110338}" sibTransId="{C369EC8E-AE0F-4C7C-9CFE-FE2FFC25AB90}"/>
    <dgm:cxn modelId="{37EF61C7-1113-4A72-82CF-CC37FB74EFE7}" srcId="{E19E024F-CBA0-486F-8154-B476C77F0020}" destId="{009318C8-8591-4C1B-891A-490442B47FAF}" srcOrd="0" destOrd="0" parTransId="{5942B258-29FD-4AB2-923C-2F985D439EC7}" sibTransId="{106EE8BD-0836-4913-8CF4-BDFF274B9C5F}"/>
    <dgm:cxn modelId="{088462C7-E812-9B49-A6CF-F7CBD863932F}" type="presOf" srcId="{2EF0AAD6-7F59-4A6B-A71D-0B0DF363F5B2}" destId="{B2510053-63B2-ED42-BAFC-F4AF4050DF8B}" srcOrd="0" destOrd="0" presId="urn:microsoft.com/office/officeart/2005/8/layout/orgChart1"/>
    <dgm:cxn modelId="{B842E8C7-816C-7D46-9BBC-242E1F9EFA73}" type="presOf" srcId="{4B84B45B-D670-4CE0-9EF1-C767B22A205B}" destId="{E1B56F29-FEAB-4CE2-B259-C385F12F92A6}" srcOrd="1" destOrd="0" presId="urn:microsoft.com/office/officeart/2005/8/layout/orgChart1"/>
    <dgm:cxn modelId="{B99B0EC9-2040-4011-A624-077B05B27096}" srcId="{BD93D27F-6DCB-4C5E-ABB8-D1EEE6ED99C8}" destId="{C95ED86A-4959-4DA4-8CEE-B429C5F3AE99}" srcOrd="1" destOrd="0" parTransId="{ECFC4A49-5796-4443-950F-58AA783E61B0}" sibTransId="{DC549162-694A-4E5C-B0D9-C707BE00B4AB}"/>
    <dgm:cxn modelId="{499F96CA-F161-7B4A-9A30-2F827DC6FC3E}" type="presOf" srcId="{4A020AB9-1CB9-4A73-A69B-DF30A6A8FD18}" destId="{6E9830BB-1E38-49E6-A242-85C17CB4378F}" srcOrd="0" destOrd="0" presId="urn:microsoft.com/office/officeart/2005/8/layout/orgChart1"/>
    <dgm:cxn modelId="{8015BCCA-10A8-4CD6-9470-22AB4F79C854}" srcId="{7A7C0BE4-DBF4-4822-AD17-934CD1F18143}" destId="{BD93D27F-6DCB-4C5E-ABB8-D1EEE6ED99C8}" srcOrd="0" destOrd="0" parTransId="{E1B10AF9-0298-4395-94AA-D492910DB747}" sibTransId="{74BBCA0F-EE83-4112-B4AF-E47662E275ED}"/>
    <dgm:cxn modelId="{D272E7CD-3482-8148-A445-ACD5095D926A}" type="presOf" srcId="{4A020AB9-1CB9-4A73-A69B-DF30A6A8FD18}" destId="{760D6E9B-D7AF-41AD-A0CF-C82E1A34CE73}" srcOrd="1" destOrd="0" presId="urn:microsoft.com/office/officeart/2005/8/layout/orgChart1"/>
    <dgm:cxn modelId="{A44E4FCE-C48E-F144-BA42-9B6B15176D34}" type="presOf" srcId="{9A27FA61-BD83-43D4-A894-AE1B5F6799DC}" destId="{C160F719-B833-E744-990C-02441EB444CD}" srcOrd="0" destOrd="0" presId="urn:microsoft.com/office/officeart/2005/8/layout/orgChart1"/>
    <dgm:cxn modelId="{FD72C1D1-27C7-4EAF-A494-D73D5EB0BEFF}" srcId="{009318C8-8591-4C1B-891A-490442B47FAF}" destId="{D87E956D-0547-4128-AFF1-BD73C88E3683}" srcOrd="0" destOrd="0" parTransId="{96DF1B58-6C96-457F-B9C5-CA7F883CA9C3}" sibTransId="{B3B0C96C-471B-4169-AD62-020428869CE6}"/>
    <dgm:cxn modelId="{56F0E5D2-3A9A-F04A-977E-5EA71D909F24}" type="presOf" srcId="{0DDEBA6E-DCFC-429B-A5C1-488212499341}" destId="{7C58EA12-E3D8-4BC0-B5D5-019C33AF6680}" srcOrd="1" destOrd="0" presId="urn:microsoft.com/office/officeart/2005/8/layout/orgChart1"/>
    <dgm:cxn modelId="{085CE9D3-ED2C-884B-B295-BFFE7ADFC9AD}" type="presOf" srcId="{6481E83F-D673-4C63-B7D8-46D56BB0E885}" destId="{B5D3ED98-E45E-3B4D-8E6B-4A5120E25264}" srcOrd="0" destOrd="0" presId="urn:microsoft.com/office/officeart/2005/8/layout/orgChart1"/>
    <dgm:cxn modelId="{5523E8D9-3333-B347-A280-4B15A4A8623D}" type="presOf" srcId="{62693056-0B0D-4626-992C-051F2E792B18}" destId="{F7247382-C074-4C72-ADDC-D709CD3F2E84}" srcOrd="1" destOrd="0" presId="urn:microsoft.com/office/officeart/2005/8/layout/orgChart1"/>
    <dgm:cxn modelId="{2EAC14DB-A503-264D-8444-D538F5DD72BA}" type="presOf" srcId="{ECFC4A49-5796-4443-950F-58AA783E61B0}" destId="{A81F0EBF-9A22-C949-839A-DC13070B6362}" srcOrd="0" destOrd="0" presId="urn:microsoft.com/office/officeart/2005/8/layout/orgChart1"/>
    <dgm:cxn modelId="{3E2493DF-B30D-414A-B05C-D9413BE7AF77}" srcId="{36E3B70A-2B3C-4CB6-8258-F783A8D947BE}" destId="{AC7B98EA-B026-4F08-8052-EC037FB5D742}" srcOrd="4" destOrd="0" parTransId="{184A1767-DA0B-466E-A9D1-FB42AE272BD1}" sibTransId="{051A0850-0203-443D-AB2E-9CD76C243A2A}"/>
    <dgm:cxn modelId="{1A0D7FEA-91DA-8847-A0DF-87ADA2A61C5A}" type="presOf" srcId="{4B84B45B-D670-4CE0-9EF1-C767B22A205B}" destId="{386E7981-007A-4D9B-8E37-42A3371909A9}" srcOrd="0" destOrd="0" presId="urn:microsoft.com/office/officeart/2005/8/layout/orgChart1"/>
    <dgm:cxn modelId="{C70535ED-797C-304F-8F11-BC89FEE5BA95}" type="presOf" srcId="{009318C8-8591-4C1B-891A-490442B47FAF}" destId="{29E70C57-4F32-4E6B-9204-DBD04013252F}" srcOrd="0" destOrd="0" presId="urn:microsoft.com/office/officeart/2005/8/layout/orgChart1"/>
    <dgm:cxn modelId="{A68453F0-DA52-9147-B314-FDAACC7AB8B7}" type="presOf" srcId="{36E3B70A-2B3C-4CB6-8258-F783A8D947BE}" destId="{CA11A3FA-01E0-4DBE-9FE3-99C7CF27F1EF}" srcOrd="1" destOrd="0" presId="urn:microsoft.com/office/officeart/2005/8/layout/orgChart1"/>
    <dgm:cxn modelId="{FE0765F2-9ED6-410C-B560-E92D00792803}" srcId="{0DA66697-6CB8-4EF4-A2AD-2BBD93CD5158}" destId="{AE733884-D7E6-46AE-8BC0-0E2A02161842}" srcOrd="0" destOrd="0" parTransId="{80A5AAE1-3016-4C2B-BC6F-F5B7F86617C3}" sibTransId="{FB779B04-70CA-4845-AC31-42114BF03D96}"/>
    <dgm:cxn modelId="{FC69E7F6-6A24-5B43-8823-BEA50942AB82}" type="presOf" srcId="{ED448E46-0EEB-443E-8BA7-D1038693D95C}" destId="{C5372A67-3CF8-6844-A9A9-DC051455587B}" srcOrd="0" destOrd="0" presId="urn:microsoft.com/office/officeart/2005/8/layout/orgChart1"/>
    <dgm:cxn modelId="{809C64F8-F971-DF43-BAC5-664E4182104D}" type="presOf" srcId="{7A7C0BE4-DBF4-4822-AD17-934CD1F18143}" destId="{8D52E369-8AEA-48B9-B728-6DFAF6AE1955}" srcOrd="1" destOrd="0" presId="urn:microsoft.com/office/officeart/2005/8/layout/orgChart1"/>
    <dgm:cxn modelId="{1FE44BFE-E16C-6147-BB89-2C0251D73BBC}" type="presOf" srcId="{AE733884-D7E6-46AE-8BC0-0E2A02161842}" destId="{9020AF5B-9D8D-4762-8614-37F103936405}" srcOrd="0" destOrd="0" presId="urn:microsoft.com/office/officeart/2005/8/layout/orgChart1"/>
    <dgm:cxn modelId="{5CA6C2BE-8932-334B-B2EB-92F286D84195}" type="presParOf" srcId="{5E0D9EA1-9489-4592-9738-7918480FCB62}" destId="{F44B72BE-01EB-4D40-B520-EB27B33F5DE2}" srcOrd="0" destOrd="0" presId="urn:microsoft.com/office/officeart/2005/8/layout/orgChart1"/>
    <dgm:cxn modelId="{5940BE62-8471-0548-8470-CF3AEAC1FD9A}" type="presParOf" srcId="{F44B72BE-01EB-4D40-B520-EB27B33F5DE2}" destId="{0357C0BB-7D1D-4082-A6A5-7B4437DACF93}" srcOrd="0" destOrd="0" presId="urn:microsoft.com/office/officeart/2005/8/layout/orgChart1"/>
    <dgm:cxn modelId="{2297D5A3-C759-E848-B9F6-852037B5BC80}" type="presParOf" srcId="{0357C0BB-7D1D-4082-A6A5-7B4437DACF93}" destId="{2B6B62F3-3567-4C95-960A-6F5C0EE787E2}" srcOrd="0" destOrd="0" presId="urn:microsoft.com/office/officeart/2005/8/layout/orgChart1"/>
    <dgm:cxn modelId="{9E302BCC-CF97-D04F-B5DB-6E4972D94009}" type="presParOf" srcId="{0357C0BB-7D1D-4082-A6A5-7B4437DACF93}" destId="{CA11A3FA-01E0-4DBE-9FE3-99C7CF27F1EF}" srcOrd="1" destOrd="0" presId="urn:microsoft.com/office/officeart/2005/8/layout/orgChart1"/>
    <dgm:cxn modelId="{8C22C566-34B0-B349-A4FF-94A89FFB854A}" type="presParOf" srcId="{F44B72BE-01EB-4D40-B520-EB27B33F5DE2}" destId="{EFCB87B7-8102-4D9F-9F0B-35CF70E40100}" srcOrd="1" destOrd="0" presId="urn:microsoft.com/office/officeart/2005/8/layout/orgChart1"/>
    <dgm:cxn modelId="{DC289D02-8EBB-5246-8510-4E08D2EC3F22}" type="presParOf" srcId="{EFCB87B7-8102-4D9F-9F0B-35CF70E40100}" destId="{A100D25F-21B2-1645-A92A-DC662ACBB090}" srcOrd="0" destOrd="0" presId="urn:microsoft.com/office/officeart/2005/8/layout/orgChart1"/>
    <dgm:cxn modelId="{31947B8A-2AA6-F54B-A3D3-16D0D2301DFC}" type="presParOf" srcId="{EFCB87B7-8102-4D9F-9F0B-35CF70E40100}" destId="{C968EE59-5448-4192-A57B-4E9C51EF2BB0}" srcOrd="1" destOrd="0" presId="urn:microsoft.com/office/officeart/2005/8/layout/orgChart1"/>
    <dgm:cxn modelId="{1C3C59CD-0CB5-BA41-9949-38FD05E4EF9F}" type="presParOf" srcId="{C968EE59-5448-4192-A57B-4E9C51EF2BB0}" destId="{400E2DC8-93DC-4015-966C-EAD405F9B4BD}" srcOrd="0" destOrd="0" presId="urn:microsoft.com/office/officeart/2005/8/layout/orgChart1"/>
    <dgm:cxn modelId="{E5B040F5-DE6E-4440-A913-60540874E4FA}" type="presParOf" srcId="{400E2DC8-93DC-4015-966C-EAD405F9B4BD}" destId="{F02ACFEF-EA72-4E53-AEA6-88742DAE6E43}" srcOrd="0" destOrd="0" presId="urn:microsoft.com/office/officeart/2005/8/layout/orgChart1"/>
    <dgm:cxn modelId="{5AD8F168-EAB0-AB4D-BCCB-445263EA8BDE}" type="presParOf" srcId="{400E2DC8-93DC-4015-966C-EAD405F9B4BD}" destId="{CB55DB27-6DC2-4102-B6F8-337C4EFD8ECC}" srcOrd="1" destOrd="0" presId="urn:microsoft.com/office/officeart/2005/8/layout/orgChart1"/>
    <dgm:cxn modelId="{6FFE33FA-F930-964D-BD77-90AA7EC7258C}" type="presParOf" srcId="{C968EE59-5448-4192-A57B-4E9C51EF2BB0}" destId="{B29E53A9-2CFE-4261-A4E4-409E8F3E485A}" srcOrd="1" destOrd="0" presId="urn:microsoft.com/office/officeart/2005/8/layout/orgChart1"/>
    <dgm:cxn modelId="{BF785047-E811-B94F-9C06-DFE2BA26D11D}" type="presParOf" srcId="{B29E53A9-2CFE-4261-A4E4-409E8F3E485A}" destId="{6D945408-EDFC-B645-B238-8A8FF79D2EF8}" srcOrd="0" destOrd="0" presId="urn:microsoft.com/office/officeart/2005/8/layout/orgChart1"/>
    <dgm:cxn modelId="{D46680DE-7915-D84C-A418-1F351AC74B4D}" type="presParOf" srcId="{B29E53A9-2CFE-4261-A4E4-409E8F3E485A}" destId="{DA691FFB-13DF-49A2-BD04-7920171D12AD}" srcOrd="1" destOrd="0" presId="urn:microsoft.com/office/officeart/2005/8/layout/orgChart1"/>
    <dgm:cxn modelId="{0F985183-2EBC-8D46-BCF8-C35542FE4F19}" type="presParOf" srcId="{DA691FFB-13DF-49A2-BD04-7920171D12AD}" destId="{4316C422-5764-4DE1-AD36-C05C907937AE}" srcOrd="0" destOrd="0" presId="urn:microsoft.com/office/officeart/2005/8/layout/orgChart1"/>
    <dgm:cxn modelId="{05AE90E7-9067-074A-8B5E-B57D130CEB65}" type="presParOf" srcId="{4316C422-5764-4DE1-AD36-C05C907937AE}" destId="{D474D648-7468-441D-88AC-BCC959BD78E4}" srcOrd="0" destOrd="0" presId="urn:microsoft.com/office/officeart/2005/8/layout/orgChart1"/>
    <dgm:cxn modelId="{E501AF2D-9904-4940-96AF-462FF70D6846}" type="presParOf" srcId="{4316C422-5764-4DE1-AD36-C05C907937AE}" destId="{21186AF9-0E86-4521-938D-82BCE35523BA}" srcOrd="1" destOrd="0" presId="urn:microsoft.com/office/officeart/2005/8/layout/orgChart1"/>
    <dgm:cxn modelId="{D846AF8A-E1B4-604D-A735-7AD5B6139A36}" type="presParOf" srcId="{DA691FFB-13DF-49A2-BD04-7920171D12AD}" destId="{3C5E3954-5722-44E6-9988-67FED9443C39}" srcOrd="1" destOrd="0" presId="urn:microsoft.com/office/officeart/2005/8/layout/orgChart1"/>
    <dgm:cxn modelId="{66C97AE7-C588-2041-B516-017F9DDFFDF2}" type="presParOf" srcId="{3C5E3954-5722-44E6-9988-67FED9443C39}" destId="{C160F719-B833-E744-990C-02441EB444CD}" srcOrd="0" destOrd="0" presId="urn:microsoft.com/office/officeart/2005/8/layout/orgChart1"/>
    <dgm:cxn modelId="{6E598BD0-3832-F14A-8FAD-825D7F34F6BA}" type="presParOf" srcId="{3C5E3954-5722-44E6-9988-67FED9443C39}" destId="{1F17743D-5CB8-46FD-A0C7-14DE6377A0CE}" srcOrd="1" destOrd="0" presId="urn:microsoft.com/office/officeart/2005/8/layout/orgChart1"/>
    <dgm:cxn modelId="{52928843-A34A-4C4C-9C78-EC93C119C33B}" type="presParOf" srcId="{1F17743D-5CB8-46FD-A0C7-14DE6377A0CE}" destId="{188EAA2B-EE2B-4D72-90FD-023AE23D081E}" srcOrd="0" destOrd="0" presId="urn:microsoft.com/office/officeart/2005/8/layout/orgChart1"/>
    <dgm:cxn modelId="{9AB4C4A3-B70E-394C-9DA0-E1B9475E9BBB}" type="presParOf" srcId="{188EAA2B-EE2B-4D72-90FD-023AE23D081E}" destId="{5FA93C53-AD88-4E71-8701-C65862888267}" srcOrd="0" destOrd="0" presId="urn:microsoft.com/office/officeart/2005/8/layout/orgChart1"/>
    <dgm:cxn modelId="{F132E861-1822-084F-A5CE-CF18E6BB9FDA}" type="presParOf" srcId="{188EAA2B-EE2B-4D72-90FD-023AE23D081E}" destId="{DFD2B241-8E3F-4599-8C22-3587F16C12D4}" srcOrd="1" destOrd="0" presId="urn:microsoft.com/office/officeart/2005/8/layout/orgChart1"/>
    <dgm:cxn modelId="{1CCE3B23-3A86-A148-96AD-B1D11AF4B6B9}" type="presParOf" srcId="{1F17743D-5CB8-46FD-A0C7-14DE6377A0CE}" destId="{8A853E33-A069-4F54-B971-FDFC77DCBB4A}" srcOrd="1" destOrd="0" presId="urn:microsoft.com/office/officeart/2005/8/layout/orgChart1"/>
    <dgm:cxn modelId="{F8244EA0-E7F2-3F41-BAF9-80689F4ECF60}" type="presParOf" srcId="{1F17743D-5CB8-46FD-A0C7-14DE6377A0CE}" destId="{57B28EAF-CEBB-4147-8FF2-E8D5AFA7C88D}" srcOrd="2" destOrd="0" presId="urn:microsoft.com/office/officeart/2005/8/layout/orgChart1"/>
    <dgm:cxn modelId="{D5DE2A5A-01D2-7B4D-BADD-0A603D48E4E6}" type="presParOf" srcId="{DA691FFB-13DF-49A2-BD04-7920171D12AD}" destId="{92D96794-3400-4074-955E-5E8F92537A8E}" srcOrd="2" destOrd="0" presId="urn:microsoft.com/office/officeart/2005/8/layout/orgChart1"/>
    <dgm:cxn modelId="{39E318B5-0DAB-1445-B9FE-F95A8EF30959}" type="presParOf" srcId="{B29E53A9-2CFE-4261-A4E4-409E8F3E485A}" destId="{C5372A67-3CF8-6844-A9A9-DC051455587B}" srcOrd="2" destOrd="0" presId="urn:microsoft.com/office/officeart/2005/8/layout/orgChart1"/>
    <dgm:cxn modelId="{3A3CC988-ACF2-AA49-9937-0BF9621303D2}" type="presParOf" srcId="{B29E53A9-2CFE-4261-A4E4-409E8F3E485A}" destId="{FCBB33FF-493F-48AA-82EE-AE4621F48D1C}" srcOrd="3" destOrd="0" presId="urn:microsoft.com/office/officeart/2005/8/layout/orgChart1"/>
    <dgm:cxn modelId="{8F8DA437-5CDF-064F-AACC-CBA146C4B950}" type="presParOf" srcId="{FCBB33FF-493F-48AA-82EE-AE4621F48D1C}" destId="{B478F18F-D1AE-4367-9C9F-6B595C41E78C}" srcOrd="0" destOrd="0" presId="urn:microsoft.com/office/officeart/2005/8/layout/orgChart1"/>
    <dgm:cxn modelId="{95F980F8-3C23-004C-96DA-9C54B1D33B2B}" type="presParOf" srcId="{B478F18F-D1AE-4367-9C9F-6B595C41E78C}" destId="{F44AF9BF-75C6-47A6-A313-D0B4E283FDEF}" srcOrd="0" destOrd="0" presId="urn:microsoft.com/office/officeart/2005/8/layout/orgChart1"/>
    <dgm:cxn modelId="{04F69F9E-E03E-D547-B15B-F1CDE6C23FA1}" type="presParOf" srcId="{B478F18F-D1AE-4367-9C9F-6B595C41E78C}" destId="{F7247382-C074-4C72-ADDC-D709CD3F2E84}" srcOrd="1" destOrd="0" presId="urn:microsoft.com/office/officeart/2005/8/layout/orgChart1"/>
    <dgm:cxn modelId="{2A7F3FAF-1AF6-3944-B2AE-1631CFB7C099}" type="presParOf" srcId="{FCBB33FF-493F-48AA-82EE-AE4621F48D1C}" destId="{9218657B-578C-4E78-AEC3-BFCC6F39D83A}" srcOrd="1" destOrd="0" presId="urn:microsoft.com/office/officeart/2005/8/layout/orgChart1"/>
    <dgm:cxn modelId="{E852AEA7-669A-004D-B155-103AE3958796}" type="presParOf" srcId="{9218657B-578C-4E78-AEC3-BFCC6F39D83A}" destId="{0A485551-8F6B-B14D-90F3-116F130F9BED}" srcOrd="0" destOrd="0" presId="urn:microsoft.com/office/officeart/2005/8/layout/orgChart1"/>
    <dgm:cxn modelId="{5CD183A1-F9B0-3E4A-8CBF-ADFDC32E5C6A}" type="presParOf" srcId="{9218657B-578C-4E78-AEC3-BFCC6F39D83A}" destId="{233F2233-CDBF-4CE4-A5D3-8DB1ABA92B38}" srcOrd="1" destOrd="0" presId="urn:microsoft.com/office/officeart/2005/8/layout/orgChart1"/>
    <dgm:cxn modelId="{9170950D-260E-8E41-A6DC-D26356BA00B5}" type="presParOf" srcId="{233F2233-CDBF-4CE4-A5D3-8DB1ABA92B38}" destId="{25557D12-B2B6-418C-BF37-7B8FC4A8AF46}" srcOrd="0" destOrd="0" presId="urn:microsoft.com/office/officeart/2005/8/layout/orgChart1"/>
    <dgm:cxn modelId="{72F20D9F-8870-0349-8B02-C55B39DB7EB6}" type="presParOf" srcId="{25557D12-B2B6-418C-BF37-7B8FC4A8AF46}" destId="{EBB435CD-EE78-40CD-8E31-1604916C3BCC}" srcOrd="0" destOrd="0" presId="urn:microsoft.com/office/officeart/2005/8/layout/orgChart1"/>
    <dgm:cxn modelId="{285DCD53-F7C5-BA46-94D0-FB24FF2DAB88}" type="presParOf" srcId="{25557D12-B2B6-418C-BF37-7B8FC4A8AF46}" destId="{2469655B-2403-48A3-87D6-41B6A5F7F88F}" srcOrd="1" destOrd="0" presId="urn:microsoft.com/office/officeart/2005/8/layout/orgChart1"/>
    <dgm:cxn modelId="{DD53B181-C554-394F-883C-F4A0CD3C5E70}" type="presParOf" srcId="{233F2233-CDBF-4CE4-A5D3-8DB1ABA92B38}" destId="{6F4C2642-F5EA-4965-A015-EFBD43DB06DD}" srcOrd="1" destOrd="0" presId="urn:microsoft.com/office/officeart/2005/8/layout/orgChart1"/>
    <dgm:cxn modelId="{7E528C70-1FD2-3643-B339-8D6B2057ED00}" type="presParOf" srcId="{233F2233-CDBF-4CE4-A5D3-8DB1ABA92B38}" destId="{B6F10B2E-C10D-4326-ABEE-CECD07074E2D}" srcOrd="2" destOrd="0" presId="urn:microsoft.com/office/officeart/2005/8/layout/orgChart1"/>
    <dgm:cxn modelId="{9681DD7B-7A52-6744-8A49-C5CE2A008BA5}" type="presParOf" srcId="{9218657B-578C-4E78-AEC3-BFCC6F39D83A}" destId="{80BDFC72-5E85-9045-99B4-6C10C423CC98}" srcOrd="2" destOrd="0" presId="urn:microsoft.com/office/officeart/2005/8/layout/orgChart1"/>
    <dgm:cxn modelId="{C8C83416-EACC-E84F-ADAB-B4D3AD398F19}" type="presParOf" srcId="{9218657B-578C-4E78-AEC3-BFCC6F39D83A}" destId="{50209A6F-69E5-4BFF-9F36-B9CFBFC52EDD}" srcOrd="3" destOrd="0" presId="urn:microsoft.com/office/officeart/2005/8/layout/orgChart1"/>
    <dgm:cxn modelId="{63AFD1CE-9B2D-C64C-BDA9-A9D883FB9ED1}" type="presParOf" srcId="{50209A6F-69E5-4BFF-9F36-B9CFBFC52EDD}" destId="{965AC424-5862-49FF-9DAD-9176062A4459}" srcOrd="0" destOrd="0" presId="urn:microsoft.com/office/officeart/2005/8/layout/orgChart1"/>
    <dgm:cxn modelId="{94CB06F7-F837-5E45-ADC0-7F1F4292B664}" type="presParOf" srcId="{965AC424-5862-49FF-9DAD-9176062A4459}" destId="{956D2ABF-230E-485E-A3D0-3DEBB4D338F8}" srcOrd="0" destOrd="0" presId="urn:microsoft.com/office/officeart/2005/8/layout/orgChart1"/>
    <dgm:cxn modelId="{FAA72341-05E9-644A-8C15-C3CF9CB70A86}" type="presParOf" srcId="{965AC424-5862-49FF-9DAD-9176062A4459}" destId="{7C58EA12-E3D8-4BC0-B5D5-019C33AF6680}" srcOrd="1" destOrd="0" presId="urn:microsoft.com/office/officeart/2005/8/layout/orgChart1"/>
    <dgm:cxn modelId="{98E942AC-0EF4-6F4C-A091-9E2D6D3AC39B}" type="presParOf" srcId="{50209A6F-69E5-4BFF-9F36-B9CFBFC52EDD}" destId="{3DD2F153-27C4-4673-845E-81EAC3CB5BD3}" srcOrd="1" destOrd="0" presId="urn:microsoft.com/office/officeart/2005/8/layout/orgChart1"/>
    <dgm:cxn modelId="{A37015E5-BE23-8C41-B096-1211F8FEF0CC}" type="presParOf" srcId="{50209A6F-69E5-4BFF-9F36-B9CFBFC52EDD}" destId="{C9FDEECF-9503-4795-BB0C-B95FD3D7BDE0}" srcOrd="2" destOrd="0" presId="urn:microsoft.com/office/officeart/2005/8/layout/orgChart1"/>
    <dgm:cxn modelId="{3314792E-6C4E-D04C-9379-EB0D580A272E}" type="presParOf" srcId="{FCBB33FF-493F-48AA-82EE-AE4621F48D1C}" destId="{90DDD4B3-33B8-4BF8-A096-7076777E3F50}" srcOrd="2" destOrd="0" presId="urn:microsoft.com/office/officeart/2005/8/layout/orgChart1"/>
    <dgm:cxn modelId="{0E49716F-399A-1743-868A-F0329ADD7E19}" type="presParOf" srcId="{C968EE59-5448-4192-A57B-4E9C51EF2BB0}" destId="{721D441D-BFE2-4A40-A374-71287467EE74}" srcOrd="2" destOrd="0" presId="urn:microsoft.com/office/officeart/2005/8/layout/orgChart1"/>
    <dgm:cxn modelId="{5CB5341A-483A-7747-8258-83F77D92A379}" type="presParOf" srcId="{EFCB87B7-8102-4D9F-9F0B-35CF70E40100}" destId="{B1CE2E64-0BD5-6D48-BAA3-600A5CFA469A}" srcOrd="2" destOrd="0" presId="urn:microsoft.com/office/officeart/2005/8/layout/orgChart1"/>
    <dgm:cxn modelId="{A91078CA-8768-6446-999B-4BD1E87EDBF8}" type="presParOf" srcId="{EFCB87B7-8102-4D9F-9F0B-35CF70E40100}" destId="{30EDB815-BF16-4973-928C-F874227AC077}" srcOrd="3" destOrd="0" presId="urn:microsoft.com/office/officeart/2005/8/layout/orgChart1"/>
    <dgm:cxn modelId="{3FB46DBF-4EAB-0046-8594-F95ACC16CD7D}" type="presParOf" srcId="{30EDB815-BF16-4973-928C-F874227AC077}" destId="{F1C26CE1-9348-4C6A-A33A-5543BA6CD673}" srcOrd="0" destOrd="0" presId="urn:microsoft.com/office/officeart/2005/8/layout/orgChart1"/>
    <dgm:cxn modelId="{D6D931EB-FDEF-004A-8212-BF0F8C8B581B}" type="presParOf" srcId="{F1C26CE1-9348-4C6A-A33A-5543BA6CD673}" destId="{2FFFCB54-00F2-40B3-9893-442426D049CD}" srcOrd="0" destOrd="0" presId="urn:microsoft.com/office/officeart/2005/8/layout/orgChart1"/>
    <dgm:cxn modelId="{2F5A1B92-4D58-214F-8498-441F02976A09}" type="presParOf" srcId="{F1C26CE1-9348-4C6A-A33A-5543BA6CD673}" destId="{DD238B7C-23F3-431B-BFFD-846C04B41C07}" srcOrd="1" destOrd="0" presId="urn:microsoft.com/office/officeart/2005/8/layout/orgChart1"/>
    <dgm:cxn modelId="{05B3AFF0-8DC8-3749-A7CD-C31B63660239}" type="presParOf" srcId="{30EDB815-BF16-4973-928C-F874227AC077}" destId="{967E8568-D808-4F03-B2C0-9B8AAE0B7790}" srcOrd="1" destOrd="0" presId="urn:microsoft.com/office/officeart/2005/8/layout/orgChart1"/>
    <dgm:cxn modelId="{BF763663-C47E-EB48-AC37-6803E00263D9}" type="presParOf" srcId="{967E8568-D808-4F03-B2C0-9B8AAE0B7790}" destId="{396FBEFC-46A9-4E44-A1CA-988E48BFAB45}" srcOrd="0" destOrd="0" presId="urn:microsoft.com/office/officeart/2005/8/layout/orgChart1"/>
    <dgm:cxn modelId="{D30DB22E-0F8B-0743-BF54-DF5D375D708E}" type="presParOf" srcId="{967E8568-D808-4F03-B2C0-9B8AAE0B7790}" destId="{0EB83B01-0E28-4BA6-9B5E-32B0C9934774}" srcOrd="1" destOrd="0" presId="urn:microsoft.com/office/officeart/2005/8/layout/orgChart1"/>
    <dgm:cxn modelId="{42C32847-FA9D-694D-AC34-B3F3217697C1}" type="presParOf" srcId="{0EB83B01-0E28-4BA6-9B5E-32B0C9934774}" destId="{91923F03-FB18-42D7-8BB2-D7D07CCE2350}" srcOrd="0" destOrd="0" presId="urn:microsoft.com/office/officeart/2005/8/layout/orgChart1"/>
    <dgm:cxn modelId="{13451CEB-20F7-674B-AA8C-F74DBBA88D76}" type="presParOf" srcId="{91923F03-FB18-42D7-8BB2-D7D07CCE2350}" destId="{29E70C57-4F32-4E6B-9204-DBD04013252F}" srcOrd="0" destOrd="0" presId="urn:microsoft.com/office/officeart/2005/8/layout/orgChart1"/>
    <dgm:cxn modelId="{7FCDA0DF-ECF8-344F-9E99-0487A0406E7F}" type="presParOf" srcId="{91923F03-FB18-42D7-8BB2-D7D07CCE2350}" destId="{82486B74-1D0A-4FDA-8388-8A437CBB200A}" srcOrd="1" destOrd="0" presId="urn:microsoft.com/office/officeart/2005/8/layout/orgChart1"/>
    <dgm:cxn modelId="{7181F361-2288-5B4E-80AC-62CED225FE6A}" type="presParOf" srcId="{0EB83B01-0E28-4BA6-9B5E-32B0C9934774}" destId="{7FA4CA9F-0D39-4ED1-A81A-4C9412AB4180}" srcOrd="1" destOrd="0" presId="urn:microsoft.com/office/officeart/2005/8/layout/orgChart1"/>
    <dgm:cxn modelId="{2EC90D1B-E5DA-A74E-A068-031AF48D4722}" type="presParOf" srcId="{7FA4CA9F-0D39-4ED1-A81A-4C9412AB4180}" destId="{85ADDAF6-28FD-457D-A12B-A0309B9A3DA3}" srcOrd="0" destOrd="0" presId="urn:microsoft.com/office/officeart/2005/8/layout/orgChart1"/>
    <dgm:cxn modelId="{D879705D-8249-D642-A7CE-E13F1008FC14}" type="presParOf" srcId="{7FA4CA9F-0D39-4ED1-A81A-4C9412AB4180}" destId="{8FFC1956-6814-46E5-B743-07BEB6B4AA40}" srcOrd="1" destOrd="0" presId="urn:microsoft.com/office/officeart/2005/8/layout/orgChart1"/>
    <dgm:cxn modelId="{EB3EEA1B-28FF-3747-89E5-36E311E11E49}" type="presParOf" srcId="{8FFC1956-6814-46E5-B743-07BEB6B4AA40}" destId="{42A72BE0-BAA5-4286-9C32-9CB437DFBE02}" srcOrd="0" destOrd="0" presId="urn:microsoft.com/office/officeart/2005/8/layout/orgChart1"/>
    <dgm:cxn modelId="{19D8038F-13BC-D748-ABF5-C59F21100A5C}" type="presParOf" srcId="{42A72BE0-BAA5-4286-9C32-9CB437DFBE02}" destId="{A850DDD4-C76B-420C-8E40-3E42FB92093A}" srcOrd="0" destOrd="0" presId="urn:microsoft.com/office/officeart/2005/8/layout/orgChart1"/>
    <dgm:cxn modelId="{FA254036-2087-FB4E-B6C0-C1552394AA6B}" type="presParOf" srcId="{42A72BE0-BAA5-4286-9C32-9CB437DFBE02}" destId="{185426BD-A78C-4C1C-8368-3F270184B3DA}" srcOrd="1" destOrd="0" presId="urn:microsoft.com/office/officeart/2005/8/layout/orgChart1"/>
    <dgm:cxn modelId="{6A7F1CD2-0C1F-C74E-AFD3-2CF87FDB596C}" type="presParOf" srcId="{8FFC1956-6814-46E5-B743-07BEB6B4AA40}" destId="{E55F5BC8-1230-4FFB-B782-F08B9411E916}" srcOrd="1" destOrd="0" presId="urn:microsoft.com/office/officeart/2005/8/layout/orgChart1"/>
    <dgm:cxn modelId="{CBA0EEB2-464A-0D46-9F51-8C2380AC4A14}" type="presParOf" srcId="{8FFC1956-6814-46E5-B743-07BEB6B4AA40}" destId="{80D6099C-1A26-4587-A75D-BC271416761A}" srcOrd="2" destOrd="0" presId="urn:microsoft.com/office/officeart/2005/8/layout/orgChart1"/>
    <dgm:cxn modelId="{50EA7516-270B-E74B-B770-B6DB7450BD67}" type="presParOf" srcId="{0EB83B01-0E28-4BA6-9B5E-32B0C9934774}" destId="{B13F45EF-F9E5-41E6-85DE-9A5BCD2213EB}" srcOrd="2" destOrd="0" presId="urn:microsoft.com/office/officeart/2005/8/layout/orgChart1"/>
    <dgm:cxn modelId="{AFD899E1-1B89-8743-A15F-593966EFC77B}" type="presParOf" srcId="{967E8568-D808-4F03-B2C0-9B8AAE0B7790}" destId="{B2510053-63B2-ED42-BAFC-F4AF4050DF8B}" srcOrd="2" destOrd="0" presId="urn:microsoft.com/office/officeart/2005/8/layout/orgChart1"/>
    <dgm:cxn modelId="{3E852349-2EFE-0F4E-9725-1485BE64968B}" type="presParOf" srcId="{967E8568-D808-4F03-B2C0-9B8AAE0B7790}" destId="{D8359675-34BF-41E9-B178-E0E483F65F55}" srcOrd="3" destOrd="0" presId="urn:microsoft.com/office/officeart/2005/8/layout/orgChart1"/>
    <dgm:cxn modelId="{98DAF814-D01D-694D-87B5-56850AB34E72}" type="presParOf" srcId="{D8359675-34BF-41E9-B178-E0E483F65F55}" destId="{0184EF3E-EDA4-42CC-9362-2E8D19B93C27}" srcOrd="0" destOrd="0" presId="urn:microsoft.com/office/officeart/2005/8/layout/orgChart1"/>
    <dgm:cxn modelId="{7157BE7E-7227-984D-89DB-59B0C6E5AF82}" type="presParOf" srcId="{0184EF3E-EDA4-42CC-9362-2E8D19B93C27}" destId="{561DD282-2FD7-4B3B-AF9C-264C1312B190}" srcOrd="0" destOrd="0" presId="urn:microsoft.com/office/officeart/2005/8/layout/orgChart1"/>
    <dgm:cxn modelId="{57431D5D-446B-7B41-8DB5-DBAC67224E99}" type="presParOf" srcId="{0184EF3E-EDA4-42CC-9362-2E8D19B93C27}" destId="{72862D5A-0850-4258-B39C-C7A831D05815}" srcOrd="1" destOrd="0" presId="urn:microsoft.com/office/officeart/2005/8/layout/orgChart1"/>
    <dgm:cxn modelId="{EEAC8B2E-FC75-5847-A1D9-61587D6B69CB}" type="presParOf" srcId="{D8359675-34BF-41E9-B178-E0E483F65F55}" destId="{B64597AA-C389-4DDA-90F6-FD4E2F3E04C9}" srcOrd="1" destOrd="0" presId="urn:microsoft.com/office/officeart/2005/8/layout/orgChart1"/>
    <dgm:cxn modelId="{5FA1A829-F22B-0147-8748-FBA25EB992E1}" type="presParOf" srcId="{B64597AA-C389-4DDA-90F6-FD4E2F3E04C9}" destId="{450D2E4B-CD77-594F-A07F-687A0EAA0567}" srcOrd="0" destOrd="0" presId="urn:microsoft.com/office/officeart/2005/8/layout/orgChart1"/>
    <dgm:cxn modelId="{C3361854-C216-8F4D-90A9-9D3A62EE97E5}" type="presParOf" srcId="{B64597AA-C389-4DDA-90F6-FD4E2F3E04C9}" destId="{3C548255-C9AC-41DF-9CF4-951C626BCB48}" srcOrd="1" destOrd="0" presId="urn:microsoft.com/office/officeart/2005/8/layout/orgChart1"/>
    <dgm:cxn modelId="{6CD76144-56AD-C844-94C7-16A4AA732AA8}" type="presParOf" srcId="{3C548255-C9AC-41DF-9CF4-951C626BCB48}" destId="{8F02A01D-08A0-48D1-9764-3FC915011FE9}" srcOrd="0" destOrd="0" presId="urn:microsoft.com/office/officeart/2005/8/layout/orgChart1"/>
    <dgm:cxn modelId="{CDD487BB-A688-9F41-B933-A7EEF406A958}" type="presParOf" srcId="{8F02A01D-08A0-48D1-9764-3FC915011FE9}" destId="{A0E2FFC6-8DAC-427C-8A73-3C43E738189C}" srcOrd="0" destOrd="0" presId="urn:microsoft.com/office/officeart/2005/8/layout/orgChart1"/>
    <dgm:cxn modelId="{03368BC7-88D9-374D-B625-9E6E640F7B52}" type="presParOf" srcId="{8F02A01D-08A0-48D1-9764-3FC915011FE9}" destId="{02ACFB1C-7BCC-4DE5-94C2-5894F416E328}" srcOrd="1" destOrd="0" presId="urn:microsoft.com/office/officeart/2005/8/layout/orgChart1"/>
    <dgm:cxn modelId="{A618A1CF-99BE-654D-8A75-50C474845821}" type="presParOf" srcId="{3C548255-C9AC-41DF-9CF4-951C626BCB48}" destId="{3EFB918E-136A-427B-AE30-1593EAD3DF72}" srcOrd="1" destOrd="0" presId="urn:microsoft.com/office/officeart/2005/8/layout/orgChart1"/>
    <dgm:cxn modelId="{EEF113F4-D0AA-4041-B2A9-F1B0750FBAB7}" type="presParOf" srcId="{3C548255-C9AC-41DF-9CF4-951C626BCB48}" destId="{E0F7DA18-A74F-4201-AD94-4C0B5D99D2F8}" srcOrd="2" destOrd="0" presId="urn:microsoft.com/office/officeart/2005/8/layout/orgChart1"/>
    <dgm:cxn modelId="{D125D22C-6A63-1B43-A984-7BEC7DD63C6C}" type="presParOf" srcId="{B64597AA-C389-4DDA-90F6-FD4E2F3E04C9}" destId="{B7F1AA00-3EB5-8249-8AFE-0131480CF18B}" srcOrd="2" destOrd="0" presId="urn:microsoft.com/office/officeart/2005/8/layout/orgChart1"/>
    <dgm:cxn modelId="{B8DD1226-9F7D-E344-813E-25C8CFF5047E}" type="presParOf" srcId="{B64597AA-C389-4DDA-90F6-FD4E2F3E04C9}" destId="{99281D23-B56F-4F5A-BFC5-193125C3B5D9}" srcOrd="3" destOrd="0" presId="urn:microsoft.com/office/officeart/2005/8/layout/orgChart1"/>
    <dgm:cxn modelId="{A987318A-DD2D-6C44-AFBF-9D11FF5549EF}" type="presParOf" srcId="{99281D23-B56F-4F5A-BFC5-193125C3B5D9}" destId="{EA8BE3EF-3F65-4127-9328-BA137659F553}" srcOrd="0" destOrd="0" presId="urn:microsoft.com/office/officeart/2005/8/layout/orgChart1"/>
    <dgm:cxn modelId="{2505C8EC-E910-F34D-9C27-9197932A85C1}" type="presParOf" srcId="{EA8BE3EF-3F65-4127-9328-BA137659F553}" destId="{6E9830BB-1E38-49E6-A242-85C17CB4378F}" srcOrd="0" destOrd="0" presId="urn:microsoft.com/office/officeart/2005/8/layout/orgChart1"/>
    <dgm:cxn modelId="{D3247396-D048-2645-AE7A-75C0E6013E7C}" type="presParOf" srcId="{EA8BE3EF-3F65-4127-9328-BA137659F553}" destId="{760D6E9B-D7AF-41AD-A0CF-C82E1A34CE73}" srcOrd="1" destOrd="0" presId="urn:microsoft.com/office/officeart/2005/8/layout/orgChart1"/>
    <dgm:cxn modelId="{F8E01881-63D2-AC4D-B459-64D81F879ACF}" type="presParOf" srcId="{99281D23-B56F-4F5A-BFC5-193125C3B5D9}" destId="{B2DE775F-610A-4BD7-92DD-3CB6910E4F86}" srcOrd="1" destOrd="0" presId="urn:microsoft.com/office/officeart/2005/8/layout/orgChart1"/>
    <dgm:cxn modelId="{07341CE7-33B0-F24D-A464-4923BD785953}" type="presParOf" srcId="{99281D23-B56F-4F5A-BFC5-193125C3B5D9}" destId="{7B46AE08-52FF-4EEC-A768-2285BE3680C5}" srcOrd="2" destOrd="0" presId="urn:microsoft.com/office/officeart/2005/8/layout/orgChart1"/>
    <dgm:cxn modelId="{DE031103-E02C-6E4E-9A0D-703874DFD276}" type="presParOf" srcId="{B64597AA-C389-4DDA-90F6-FD4E2F3E04C9}" destId="{D92BFBEC-FFB3-3440-8BA8-F03CDBFB0D46}" srcOrd="4" destOrd="0" presId="urn:microsoft.com/office/officeart/2005/8/layout/orgChart1"/>
    <dgm:cxn modelId="{BE0C36A5-4831-3846-9CF4-12A813E52209}" type="presParOf" srcId="{B64597AA-C389-4DDA-90F6-FD4E2F3E04C9}" destId="{2582CC1F-5A70-4E0D-99D1-E280A2ADAA45}" srcOrd="5" destOrd="0" presId="urn:microsoft.com/office/officeart/2005/8/layout/orgChart1"/>
    <dgm:cxn modelId="{04023268-2131-384A-9675-7A2BDEEAF473}" type="presParOf" srcId="{2582CC1F-5A70-4E0D-99D1-E280A2ADAA45}" destId="{E53EE520-25E2-46F7-A177-2A41FE60A73A}" srcOrd="0" destOrd="0" presId="urn:microsoft.com/office/officeart/2005/8/layout/orgChart1"/>
    <dgm:cxn modelId="{FED708DC-A811-9B4A-9243-42489B000009}" type="presParOf" srcId="{E53EE520-25E2-46F7-A177-2A41FE60A73A}" destId="{CEE93429-621B-4703-B521-443DCCC3E000}" srcOrd="0" destOrd="0" presId="urn:microsoft.com/office/officeart/2005/8/layout/orgChart1"/>
    <dgm:cxn modelId="{AFA5BCEA-D0F4-5E4B-9930-762083C10FE6}" type="presParOf" srcId="{E53EE520-25E2-46F7-A177-2A41FE60A73A}" destId="{671257BA-C660-4926-A88A-3F9B6AB919D8}" srcOrd="1" destOrd="0" presId="urn:microsoft.com/office/officeart/2005/8/layout/orgChart1"/>
    <dgm:cxn modelId="{9C33E1D0-0196-1A46-845B-D01DC1BB10DA}" type="presParOf" srcId="{2582CC1F-5A70-4E0D-99D1-E280A2ADAA45}" destId="{B7A58B0D-1D2D-4D8C-BFC6-9DE53360D013}" srcOrd="1" destOrd="0" presId="urn:microsoft.com/office/officeart/2005/8/layout/orgChart1"/>
    <dgm:cxn modelId="{8230264E-AC23-BF46-8077-28550BCFECCB}" type="presParOf" srcId="{2582CC1F-5A70-4E0D-99D1-E280A2ADAA45}" destId="{F9EEA29B-C0A7-417B-BCBE-886E92ADCB3A}" srcOrd="2" destOrd="0" presId="urn:microsoft.com/office/officeart/2005/8/layout/orgChart1"/>
    <dgm:cxn modelId="{1E9456C5-DCB5-8A49-8977-5EF605D7135C}" type="presParOf" srcId="{D8359675-34BF-41E9-B178-E0E483F65F55}" destId="{0E37BE96-7CE2-44D1-A9E3-69CA22E57A66}" srcOrd="2" destOrd="0" presId="urn:microsoft.com/office/officeart/2005/8/layout/orgChart1"/>
    <dgm:cxn modelId="{B6D955F0-C680-1E41-B639-F0506D5AA0C3}" type="presParOf" srcId="{30EDB815-BF16-4973-928C-F874227AC077}" destId="{BCA3DEC7-25A5-40AE-A1C8-FF23EB7C9BB2}" srcOrd="2" destOrd="0" presId="urn:microsoft.com/office/officeart/2005/8/layout/orgChart1"/>
    <dgm:cxn modelId="{AD8C4F58-D01C-8745-8B25-5FC8A270AB1E}" type="presParOf" srcId="{EFCB87B7-8102-4D9F-9F0B-35CF70E40100}" destId="{B5D3ED98-E45E-3B4D-8E6B-4A5120E25264}" srcOrd="4" destOrd="0" presId="urn:microsoft.com/office/officeart/2005/8/layout/orgChart1"/>
    <dgm:cxn modelId="{04E866C2-EFEF-4F48-AD94-175B019262CF}" type="presParOf" srcId="{EFCB87B7-8102-4D9F-9F0B-35CF70E40100}" destId="{AC2ECB0A-7396-42CE-8834-85DBA14F083B}" srcOrd="5" destOrd="0" presId="urn:microsoft.com/office/officeart/2005/8/layout/orgChart1"/>
    <dgm:cxn modelId="{F631BADB-EC9D-6C40-B06F-D07B30212588}" type="presParOf" srcId="{AC2ECB0A-7396-42CE-8834-85DBA14F083B}" destId="{89157E6A-ADA6-4D25-ACB4-06B81831CA9A}" srcOrd="0" destOrd="0" presId="urn:microsoft.com/office/officeart/2005/8/layout/orgChart1"/>
    <dgm:cxn modelId="{E4CBEA30-EF4E-6445-8594-4396122E75F3}" type="presParOf" srcId="{89157E6A-ADA6-4D25-ACB4-06B81831CA9A}" destId="{C7D6E43D-B148-4792-B6F0-F313AB205CA6}" srcOrd="0" destOrd="0" presId="urn:microsoft.com/office/officeart/2005/8/layout/orgChart1"/>
    <dgm:cxn modelId="{28150485-5C39-A047-ADE5-47D876142963}" type="presParOf" srcId="{89157E6A-ADA6-4D25-ACB4-06B81831CA9A}" destId="{8D52E369-8AEA-48B9-B728-6DFAF6AE1955}" srcOrd="1" destOrd="0" presId="urn:microsoft.com/office/officeart/2005/8/layout/orgChart1"/>
    <dgm:cxn modelId="{DF160778-B766-774F-B1A7-D9DBB4DA1127}" type="presParOf" srcId="{AC2ECB0A-7396-42CE-8834-85DBA14F083B}" destId="{AC3A7FE4-71F1-4875-BC3F-82CE9D1CAAEA}" srcOrd="1" destOrd="0" presId="urn:microsoft.com/office/officeart/2005/8/layout/orgChart1"/>
    <dgm:cxn modelId="{17A00ACB-8B1D-5C45-9CE2-631DFC0978F4}" type="presParOf" srcId="{AC3A7FE4-71F1-4875-BC3F-82CE9D1CAAEA}" destId="{F68AAAE6-848F-9C43-944D-8A671215838E}" srcOrd="0" destOrd="0" presId="urn:microsoft.com/office/officeart/2005/8/layout/orgChart1"/>
    <dgm:cxn modelId="{B573F3A8-6F4F-D24D-A640-402737DFE59B}" type="presParOf" srcId="{AC3A7FE4-71F1-4875-BC3F-82CE9D1CAAEA}" destId="{28D13F40-187B-4366-920F-D29D72BE9561}" srcOrd="1" destOrd="0" presId="urn:microsoft.com/office/officeart/2005/8/layout/orgChart1"/>
    <dgm:cxn modelId="{DF2EFFFB-1975-2446-AA6C-C6CCE55258D2}" type="presParOf" srcId="{28D13F40-187B-4366-920F-D29D72BE9561}" destId="{589D07FF-090B-46E8-BD46-46F4F3189EAC}" srcOrd="0" destOrd="0" presId="urn:microsoft.com/office/officeart/2005/8/layout/orgChart1"/>
    <dgm:cxn modelId="{AA64E556-2AAD-4142-A4D3-4BC063EE434E}" type="presParOf" srcId="{589D07FF-090B-46E8-BD46-46F4F3189EAC}" destId="{D5AC4358-F08B-4603-9B2B-FCB520444D7C}" srcOrd="0" destOrd="0" presId="urn:microsoft.com/office/officeart/2005/8/layout/orgChart1"/>
    <dgm:cxn modelId="{D2754EAB-0EA0-D54A-A4DD-4ED29BDC101B}" type="presParOf" srcId="{589D07FF-090B-46E8-BD46-46F4F3189EAC}" destId="{14502D84-1EEF-4B2C-9AB6-A3BAC222354A}" srcOrd="1" destOrd="0" presId="urn:microsoft.com/office/officeart/2005/8/layout/orgChart1"/>
    <dgm:cxn modelId="{01A273AA-7F29-EC4C-AA20-8267B11DA463}" type="presParOf" srcId="{28D13F40-187B-4366-920F-D29D72BE9561}" destId="{097D4D72-C26B-44B6-892E-1EA3E16B30FC}" srcOrd="1" destOrd="0" presId="urn:microsoft.com/office/officeart/2005/8/layout/orgChart1"/>
    <dgm:cxn modelId="{434450AC-496E-7F43-9E7D-A6083463B155}" type="presParOf" srcId="{097D4D72-C26B-44B6-892E-1EA3E16B30FC}" destId="{F59E2241-007C-2148-97B3-B9ADD71AD69C}" srcOrd="0" destOrd="0" presId="urn:microsoft.com/office/officeart/2005/8/layout/orgChart1"/>
    <dgm:cxn modelId="{3B041E3F-905A-0243-A2B6-975A71BD1FE2}" type="presParOf" srcId="{097D4D72-C26B-44B6-892E-1EA3E16B30FC}" destId="{94DB19D8-DE1B-456C-A244-2F73AF5CF36A}" srcOrd="1" destOrd="0" presId="urn:microsoft.com/office/officeart/2005/8/layout/orgChart1"/>
    <dgm:cxn modelId="{9FC809DB-F59C-9549-AF27-A0E0406FE7C0}" type="presParOf" srcId="{94DB19D8-DE1B-456C-A244-2F73AF5CF36A}" destId="{22FE4530-162C-4E6C-805C-958B9F7E9A08}" srcOrd="0" destOrd="0" presId="urn:microsoft.com/office/officeart/2005/8/layout/orgChart1"/>
    <dgm:cxn modelId="{4AB00B1F-C851-7847-9DDC-DB61543E4DBF}" type="presParOf" srcId="{22FE4530-162C-4E6C-805C-958B9F7E9A08}" destId="{4B274DE1-F8EB-436E-8EF8-9BB263E2A1FD}" srcOrd="0" destOrd="0" presId="urn:microsoft.com/office/officeart/2005/8/layout/orgChart1"/>
    <dgm:cxn modelId="{A3C77568-32D7-CD4A-887F-938B4223EC7C}" type="presParOf" srcId="{22FE4530-162C-4E6C-805C-958B9F7E9A08}" destId="{79030AA8-686B-440B-8256-1D9519E959CA}" srcOrd="1" destOrd="0" presId="urn:microsoft.com/office/officeart/2005/8/layout/orgChart1"/>
    <dgm:cxn modelId="{0C29FB25-4D88-774F-A6CC-DBD5F678DAF1}" type="presParOf" srcId="{94DB19D8-DE1B-456C-A244-2F73AF5CF36A}" destId="{F4123B6C-7294-4576-8BF4-BF5FC8AE5EF8}" srcOrd="1" destOrd="0" presId="urn:microsoft.com/office/officeart/2005/8/layout/orgChart1"/>
    <dgm:cxn modelId="{C9295BB2-B4C8-054A-8D64-07DF71C35E89}" type="presParOf" srcId="{94DB19D8-DE1B-456C-A244-2F73AF5CF36A}" destId="{2162B4B3-2767-440C-BF21-8EF1EE2C0EB0}" srcOrd="2" destOrd="0" presId="urn:microsoft.com/office/officeart/2005/8/layout/orgChart1"/>
    <dgm:cxn modelId="{BC8ECF32-34D3-3742-8BC2-749C62CCEB28}" type="presParOf" srcId="{097D4D72-C26B-44B6-892E-1EA3E16B30FC}" destId="{A81F0EBF-9A22-C949-839A-DC13070B6362}" srcOrd="2" destOrd="0" presId="urn:microsoft.com/office/officeart/2005/8/layout/orgChart1"/>
    <dgm:cxn modelId="{3F36F1CE-5162-C04B-A36F-C6BE7DFA6D92}" type="presParOf" srcId="{097D4D72-C26B-44B6-892E-1EA3E16B30FC}" destId="{F07573D3-EAC2-400C-B8E3-EA5F8785ECA5}" srcOrd="3" destOrd="0" presId="urn:microsoft.com/office/officeart/2005/8/layout/orgChart1"/>
    <dgm:cxn modelId="{E874F77D-0251-9544-B463-AEF4C60CD23C}" type="presParOf" srcId="{F07573D3-EAC2-400C-B8E3-EA5F8785ECA5}" destId="{B8ED2E25-E1D4-4C76-A9F7-7F44F6A48885}" srcOrd="0" destOrd="0" presId="urn:microsoft.com/office/officeart/2005/8/layout/orgChart1"/>
    <dgm:cxn modelId="{2501F326-7318-B744-8F1E-29C47E10ED34}" type="presParOf" srcId="{B8ED2E25-E1D4-4C76-A9F7-7F44F6A48885}" destId="{914E2BA2-2213-44FD-A7B8-30C8A5261808}" srcOrd="0" destOrd="0" presId="urn:microsoft.com/office/officeart/2005/8/layout/orgChart1"/>
    <dgm:cxn modelId="{E23CB4C7-C762-4542-ACDF-1E51481B70A5}" type="presParOf" srcId="{B8ED2E25-E1D4-4C76-A9F7-7F44F6A48885}" destId="{7C67D73B-951B-4492-9425-8E81EBF1C980}" srcOrd="1" destOrd="0" presId="urn:microsoft.com/office/officeart/2005/8/layout/orgChart1"/>
    <dgm:cxn modelId="{E52462E0-4D44-8846-9EA0-A84E47585620}" type="presParOf" srcId="{F07573D3-EAC2-400C-B8E3-EA5F8785ECA5}" destId="{832CF9CF-0A9B-40B1-A83C-7DA3C485981D}" srcOrd="1" destOrd="0" presId="urn:microsoft.com/office/officeart/2005/8/layout/orgChart1"/>
    <dgm:cxn modelId="{0D45AA92-A2D7-8047-9A59-2D016780358F}" type="presParOf" srcId="{F07573D3-EAC2-400C-B8E3-EA5F8785ECA5}" destId="{B40006F5-53E1-4846-A02C-9B072A3B267A}" srcOrd="2" destOrd="0" presId="urn:microsoft.com/office/officeart/2005/8/layout/orgChart1"/>
    <dgm:cxn modelId="{470E1159-F68A-E844-9F26-389222AB5274}" type="presParOf" srcId="{28D13F40-187B-4366-920F-D29D72BE9561}" destId="{C762A31F-73AF-4F65-92F9-27B96F2E129D}" srcOrd="2" destOrd="0" presId="urn:microsoft.com/office/officeart/2005/8/layout/orgChart1"/>
    <dgm:cxn modelId="{1A5A8778-99FA-E346-86B0-59A3446B57E1}" type="presParOf" srcId="{AC2ECB0A-7396-42CE-8834-85DBA14F083B}" destId="{D437CFEB-B668-4C28-91D6-A28BD4D3657D}" srcOrd="2" destOrd="0" presId="urn:microsoft.com/office/officeart/2005/8/layout/orgChart1"/>
    <dgm:cxn modelId="{4CBD1981-CF86-244E-A23F-41F22D93E799}" type="presParOf" srcId="{EFCB87B7-8102-4D9F-9F0B-35CF70E40100}" destId="{D8815A83-BB4A-EA4E-ABE1-21BA7C378FB0}" srcOrd="6" destOrd="0" presId="urn:microsoft.com/office/officeart/2005/8/layout/orgChart1"/>
    <dgm:cxn modelId="{30E7C047-4AAC-FA4F-98A8-805999C441CA}" type="presParOf" srcId="{EFCB87B7-8102-4D9F-9F0B-35CF70E40100}" destId="{A9FAC1F9-980A-44CE-9BE5-2BC3F43F3742}" srcOrd="7" destOrd="0" presId="urn:microsoft.com/office/officeart/2005/8/layout/orgChart1"/>
    <dgm:cxn modelId="{D321C240-E896-2B41-B513-FE1B6119C7F8}" type="presParOf" srcId="{A9FAC1F9-980A-44CE-9BE5-2BC3F43F3742}" destId="{D7ED2364-0327-46C5-91D6-C13FC6BA017C}" srcOrd="0" destOrd="0" presId="urn:microsoft.com/office/officeart/2005/8/layout/orgChart1"/>
    <dgm:cxn modelId="{E6D5D309-1D44-004A-917C-027B22D18370}" type="presParOf" srcId="{D7ED2364-0327-46C5-91D6-C13FC6BA017C}" destId="{54E3BDAB-1EF0-4652-B5AE-0396F0252114}" srcOrd="0" destOrd="0" presId="urn:microsoft.com/office/officeart/2005/8/layout/orgChart1"/>
    <dgm:cxn modelId="{1B4169E4-0AF4-AE42-89D4-87B627DFC3DD}" type="presParOf" srcId="{D7ED2364-0327-46C5-91D6-C13FC6BA017C}" destId="{71BE2DB2-6D88-4CC6-84DB-8A5A34CFF928}" srcOrd="1" destOrd="0" presId="urn:microsoft.com/office/officeart/2005/8/layout/orgChart1"/>
    <dgm:cxn modelId="{BBF0BA19-BCA0-0C45-BCDB-39F5CDA044F1}" type="presParOf" srcId="{A9FAC1F9-980A-44CE-9BE5-2BC3F43F3742}" destId="{DF1828ED-52CA-4D43-8946-738949621FB5}" srcOrd="1" destOrd="0" presId="urn:microsoft.com/office/officeart/2005/8/layout/orgChart1"/>
    <dgm:cxn modelId="{E5A0DCE4-DEBE-AD45-91E3-E7EE25CF77E0}" type="presParOf" srcId="{DF1828ED-52CA-4D43-8946-738949621FB5}" destId="{9EB80E04-AF56-994A-AA1B-86BA3362D670}" srcOrd="0" destOrd="0" presId="urn:microsoft.com/office/officeart/2005/8/layout/orgChart1"/>
    <dgm:cxn modelId="{4A55197C-1620-464E-BF04-C705F5EDEEF7}" type="presParOf" srcId="{DF1828ED-52CA-4D43-8946-738949621FB5}" destId="{21923A4E-0A94-497C-AF0C-B2E443ABDCD9}" srcOrd="1" destOrd="0" presId="urn:microsoft.com/office/officeart/2005/8/layout/orgChart1"/>
    <dgm:cxn modelId="{E9A4B509-E980-6A4A-B6DE-E69845BBFB5A}" type="presParOf" srcId="{21923A4E-0A94-497C-AF0C-B2E443ABDCD9}" destId="{BD414B7E-8B33-451E-97FC-E236713F32CF}" srcOrd="0" destOrd="0" presId="urn:microsoft.com/office/officeart/2005/8/layout/orgChart1"/>
    <dgm:cxn modelId="{E2B42FEC-4E8E-F74C-B5C6-2C271FF2F160}" type="presParOf" srcId="{BD414B7E-8B33-451E-97FC-E236713F32CF}" destId="{9020AF5B-9D8D-4762-8614-37F103936405}" srcOrd="0" destOrd="0" presId="urn:microsoft.com/office/officeart/2005/8/layout/orgChart1"/>
    <dgm:cxn modelId="{4D04F059-1DF6-7749-9D7D-3A5ED9E8360C}" type="presParOf" srcId="{BD414B7E-8B33-451E-97FC-E236713F32CF}" destId="{B2115AFB-3F36-4219-9E70-161788E0CABF}" srcOrd="1" destOrd="0" presId="urn:microsoft.com/office/officeart/2005/8/layout/orgChart1"/>
    <dgm:cxn modelId="{16483B26-8EA2-5D4D-90C8-8834A5FC3D55}" type="presParOf" srcId="{21923A4E-0A94-497C-AF0C-B2E443ABDCD9}" destId="{326EEB24-81CF-4B78-AD29-69EBC07295A9}" srcOrd="1" destOrd="0" presId="urn:microsoft.com/office/officeart/2005/8/layout/orgChart1"/>
    <dgm:cxn modelId="{413D091F-70FE-484F-9FAE-561F55E03D66}" type="presParOf" srcId="{326EEB24-81CF-4B78-AD29-69EBC07295A9}" destId="{A1B40A84-5745-BE4E-9D61-CC0DC611AB7D}" srcOrd="0" destOrd="0" presId="urn:microsoft.com/office/officeart/2005/8/layout/orgChart1"/>
    <dgm:cxn modelId="{742B4157-FF28-D34B-A17B-02F5844BDA34}" type="presParOf" srcId="{326EEB24-81CF-4B78-AD29-69EBC07295A9}" destId="{1EC1F0B9-3909-4BC6-8753-9C728E5776EF}" srcOrd="1" destOrd="0" presId="urn:microsoft.com/office/officeart/2005/8/layout/orgChart1"/>
    <dgm:cxn modelId="{7230229A-82DE-1841-A9AA-8521DB23CEC9}" type="presParOf" srcId="{1EC1F0B9-3909-4BC6-8753-9C728E5776EF}" destId="{4358719C-CBD0-4540-B972-3F94C35A614E}" srcOrd="0" destOrd="0" presId="urn:microsoft.com/office/officeart/2005/8/layout/orgChart1"/>
    <dgm:cxn modelId="{8C0C722F-388C-D44A-A9DF-8D12423F5516}" type="presParOf" srcId="{4358719C-CBD0-4540-B972-3F94C35A614E}" destId="{386E7981-007A-4D9B-8E37-42A3371909A9}" srcOrd="0" destOrd="0" presId="urn:microsoft.com/office/officeart/2005/8/layout/orgChart1"/>
    <dgm:cxn modelId="{E14BDFD9-CC3B-CC4C-8A97-87D7EB89D2E9}" type="presParOf" srcId="{4358719C-CBD0-4540-B972-3F94C35A614E}" destId="{E1B56F29-FEAB-4CE2-B259-C385F12F92A6}" srcOrd="1" destOrd="0" presId="urn:microsoft.com/office/officeart/2005/8/layout/orgChart1"/>
    <dgm:cxn modelId="{55614A7A-8910-A746-A403-8E84EC3936E5}" type="presParOf" srcId="{1EC1F0B9-3909-4BC6-8753-9C728E5776EF}" destId="{E0B8A824-13EE-4E74-94D5-5970AE45EF01}" srcOrd="1" destOrd="0" presId="urn:microsoft.com/office/officeart/2005/8/layout/orgChart1"/>
    <dgm:cxn modelId="{3670B99D-C7C1-DF4C-8574-4E06486FDE55}" type="presParOf" srcId="{1EC1F0B9-3909-4BC6-8753-9C728E5776EF}" destId="{287DD1D2-2D3F-4766-9B15-F7B24452FB2D}" srcOrd="2" destOrd="0" presId="urn:microsoft.com/office/officeart/2005/8/layout/orgChart1"/>
    <dgm:cxn modelId="{991DEB43-5D02-0C4E-A4C5-BF84EAEE2688}" type="presParOf" srcId="{326EEB24-81CF-4B78-AD29-69EBC07295A9}" destId="{537C6A29-5AB4-D840-B77C-09612F484294}" srcOrd="2" destOrd="0" presId="urn:microsoft.com/office/officeart/2005/8/layout/orgChart1"/>
    <dgm:cxn modelId="{68431856-D877-7F41-9E86-0B6491897AE2}" type="presParOf" srcId="{326EEB24-81CF-4B78-AD29-69EBC07295A9}" destId="{3D8C34A9-C9C7-46D4-B768-42AB282BF513}" srcOrd="3" destOrd="0" presId="urn:microsoft.com/office/officeart/2005/8/layout/orgChart1"/>
    <dgm:cxn modelId="{CCE78519-2296-7246-AA3D-203B62641CC8}" type="presParOf" srcId="{3D8C34A9-C9C7-46D4-B768-42AB282BF513}" destId="{01CABF74-489F-4C8F-BF31-D857A98F3D53}" srcOrd="0" destOrd="0" presId="urn:microsoft.com/office/officeart/2005/8/layout/orgChart1"/>
    <dgm:cxn modelId="{8EA5F3DE-2697-104F-9AE6-66223AB6437A}" type="presParOf" srcId="{01CABF74-489F-4C8F-BF31-D857A98F3D53}" destId="{668654D7-2ADC-489C-B0E6-A5A5BE356BB3}" srcOrd="0" destOrd="0" presId="urn:microsoft.com/office/officeart/2005/8/layout/orgChart1"/>
    <dgm:cxn modelId="{29645660-628D-E44F-B926-22420E521ED3}" type="presParOf" srcId="{01CABF74-489F-4C8F-BF31-D857A98F3D53}" destId="{72B98B96-CEE3-4FED-9CB7-B6427B036DDE}" srcOrd="1" destOrd="0" presId="urn:microsoft.com/office/officeart/2005/8/layout/orgChart1"/>
    <dgm:cxn modelId="{0458DCD0-57C9-B749-8C03-6ADF211B97AC}" type="presParOf" srcId="{3D8C34A9-C9C7-46D4-B768-42AB282BF513}" destId="{40F81FB7-A2E9-4B8F-ABC6-873E801EBBDC}" srcOrd="1" destOrd="0" presId="urn:microsoft.com/office/officeart/2005/8/layout/orgChart1"/>
    <dgm:cxn modelId="{5D1BEA36-B4F0-8342-9940-F88770185C6B}" type="presParOf" srcId="{3D8C34A9-C9C7-46D4-B768-42AB282BF513}" destId="{2C1CEE03-06FC-4C79-BCF0-C8AEBD9AAD1A}" srcOrd="2" destOrd="0" presId="urn:microsoft.com/office/officeart/2005/8/layout/orgChart1"/>
    <dgm:cxn modelId="{92B79E8F-A748-A34F-A709-6D3331DBC83C}" type="presParOf" srcId="{21923A4E-0A94-497C-AF0C-B2E443ABDCD9}" destId="{A7FF2750-4280-4F6E-81CE-5434486DDAF1}" srcOrd="2" destOrd="0" presId="urn:microsoft.com/office/officeart/2005/8/layout/orgChart1"/>
    <dgm:cxn modelId="{6AA76509-9443-884E-99C6-56100C0617BC}" type="presParOf" srcId="{A9FAC1F9-980A-44CE-9BE5-2BC3F43F3742}" destId="{DAAF8B8A-765F-4E3E-8A11-B51AF2987555}" srcOrd="2" destOrd="0" presId="urn:microsoft.com/office/officeart/2005/8/layout/orgChart1"/>
    <dgm:cxn modelId="{D2DBA738-504B-8B4C-AFEC-471E33C2A6AD}" type="presParOf" srcId="{EFCB87B7-8102-4D9F-9F0B-35CF70E40100}" destId="{72585FB1-0792-BC45-8EDE-2A5E2BE69705}" srcOrd="8" destOrd="0" presId="urn:microsoft.com/office/officeart/2005/8/layout/orgChart1"/>
    <dgm:cxn modelId="{99FA80B5-9418-C140-9DDD-8B5923D0A4F5}" type="presParOf" srcId="{EFCB87B7-8102-4D9F-9F0B-35CF70E40100}" destId="{6B5E92C5-51F1-48F3-8274-13192AAD9101}" srcOrd="9" destOrd="0" presId="urn:microsoft.com/office/officeart/2005/8/layout/orgChart1"/>
    <dgm:cxn modelId="{EB82F895-7389-804E-8177-A74EC881173E}" type="presParOf" srcId="{6B5E92C5-51F1-48F3-8274-13192AAD9101}" destId="{81EACDE4-5F50-42CE-840E-068CFEAA1270}" srcOrd="0" destOrd="0" presId="urn:microsoft.com/office/officeart/2005/8/layout/orgChart1"/>
    <dgm:cxn modelId="{E2291EE2-EDA4-6542-8269-24DD421E2894}" type="presParOf" srcId="{81EACDE4-5F50-42CE-840E-068CFEAA1270}" destId="{EDAF6549-3B8E-4725-A998-A8A45254797C}" srcOrd="0" destOrd="0" presId="urn:microsoft.com/office/officeart/2005/8/layout/orgChart1"/>
    <dgm:cxn modelId="{EB496667-91B0-4841-B78E-680871E7D5AE}" type="presParOf" srcId="{81EACDE4-5F50-42CE-840E-068CFEAA1270}" destId="{BDDB9E3F-77FE-4C29-B777-E96BE14A84DB}" srcOrd="1" destOrd="0" presId="urn:microsoft.com/office/officeart/2005/8/layout/orgChart1"/>
    <dgm:cxn modelId="{8C897294-10CD-DF4E-B633-496095BBE119}" type="presParOf" srcId="{6B5E92C5-51F1-48F3-8274-13192AAD9101}" destId="{41921DD9-906F-4388-B4D4-6AD0ED484779}" srcOrd="1" destOrd="0" presId="urn:microsoft.com/office/officeart/2005/8/layout/orgChart1"/>
    <dgm:cxn modelId="{338095F4-5611-1247-B592-018C77EF05EC}" type="presParOf" srcId="{41921DD9-906F-4388-B4D4-6AD0ED484779}" destId="{381E8832-C68D-7445-AF38-36CC90F9737D}" srcOrd="0" destOrd="0" presId="urn:microsoft.com/office/officeart/2005/8/layout/orgChart1"/>
    <dgm:cxn modelId="{89A9B358-D988-1847-83B9-1DEE33A09509}" type="presParOf" srcId="{41921DD9-906F-4388-B4D4-6AD0ED484779}" destId="{4DEA408A-7D6B-4CC6-8FF4-1E6C6327C856}" srcOrd="1" destOrd="0" presId="urn:microsoft.com/office/officeart/2005/8/layout/orgChart1"/>
    <dgm:cxn modelId="{A57E80A7-1735-624A-9BC3-941B607503AD}" type="presParOf" srcId="{4DEA408A-7D6B-4CC6-8FF4-1E6C6327C856}" destId="{D2E6BC5E-66B3-4B36-8FDC-E6A8B09010E4}" srcOrd="0" destOrd="0" presId="urn:microsoft.com/office/officeart/2005/8/layout/orgChart1"/>
    <dgm:cxn modelId="{7680AC52-7937-DC49-9A67-9FA41BEADAE8}" type="presParOf" srcId="{D2E6BC5E-66B3-4B36-8FDC-E6A8B09010E4}" destId="{D71B566B-68C3-44C5-AE09-39FDA3398244}" srcOrd="0" destOrd="0" presId="urn:microsoft.com/office/officeart/2005/8/layout/orgChart1"/>
    <dgm:cxn modelId="{D5E75228-D342-9A4F-B1F6-80FCD1CAE2DD}" type="presParOf" srcId="{D2E6BC5E-66B3-4B36-8FDC-E6A8B09010E4}" destId="{C32D589F-6B96-4536-A603-E1CD2F82C33B}" srcOrd="1" destOrd="0" presId="urn:microsoft.com/office/officeart/2005/8/layout/orgChart1"/>
    <dgm:cxn modelId="{0B10BFA0-6EC4-254F-B108-C62480688083}" type="presParOf" srcId="{4DEA408A-7D6B-4CC6-8FF4-1E6C6327C856}" destId="{A9E69AEF-B7AD-46DB-894E-18BD5878BC88}" srcOrd="1" destOrd="0" presId="urn:microsoft.com/office/officeart/2005/8/layout/orgChart1"/>
    <dgm:cxn modelId="{72CF829B-B5CB-3342-90AD-93682FDD9634}" type="presParOf" srcId="{4DEA408A-7D6B-4CC6-8FF4-1E6C6327C856}" destId="{389B21AB-A00D-4495-B221-F7559C3EEB0E}" srcOrd="2" destOrd="0" presId="urn:microsoft.com/office/officeart/2005/8/layout/orgChart1"/>
    <dgm:cxn modelId="{94EFB147-E1F9-1448-948A-E4F75DB25D18}" type="presParOf" srcId="{41921DD9-906F-4388-B4D4-6AD0ED484779}" destId="{822E419C-9C38-0749-9039-4A9D579A0FD1}" srcOrd="2" destOrd="0" presId="urn:microsoft.com/office/officeart/2005/8/layout/orgChart1"/>
    <dgm:cxn modelId="{08915F77-C18E-6C47-B314-5878F6727D8A}" type="presParOf" srcId="{41921DD9-906F-4388-B4D4-6AD0ED484779}" destId="{1E392964-809E-427E-9C3B-8A85FFB66996}" srcOrd="3" destOrd="0" presId="urn:microsoft.com/office/officeart/2005/8/layout/orgChart1"/>
    <dgm:cxn modelId="{6EF51D2A-2E82-0342-AA9C-4B1FD10133FC}" type="presParOf" srcId="{1E392964-809E-427E-9C3B-8A85FFB66996}" destId="{860424C5-5852-42B1-82D5-3C78E6A07236}" srcOrd="0" destOrd="0" presId="urn:microsoft.com/office/officeart/2005/8/layout/orgChart1"/>
    <dgm:cxn modelId="{06A87EE3-31F2-2E40-B71E-A105303C812F}" type="presParOf" srcId="{860424C5-5852-42B1-82D5-3C78E6A07236}" destId="{512D87B3-B599-49CC-800E-AAF84B20F1CE}" srcOrd="0" destOrd="0" presId="urn:microsoft.com/office/officeart/2005/8/layout/orgChart1"/>
    <dgm:cxn modelId="{E274CD79-93B9-E340-858B-505A80EB1A8B}" type="presParOf" srcId="{860424C5-5852-42B1-82D5-3C78E6A07236}" destId="{0D653DA5-927F-4957-AA41-C0BCBE977E06}" srcOrd="1" destOrd="0" presId="urn:microsoft.com/office/officeart/2005/8/layout/orgChart1"/>
    <dgm:cxn modelId="{DA6EF160-B6E2-7446-9004-197ACF62FADC}" type="presParOf" srcId="{1E392964-809E-427E-9C3B-8A85FFB66996}" destId="{98AB85B7-4498-4B66-847F-60C3E85929B3}" srcOrd="1" destOrd="0" presId="urn:microsoft.com/office/officeart/2005/8/layout/orgChart1"/>
    <dgm:cxn modelId="{BCF863B8-465B-114C-85E9-D7B1EBAE3C5D}" type="presParOf" srcId="{1E392964-809E-427E-9C3B-8A85FFB66996}" destId="{2770C4B6-7BF2-43AF-8FCA-E63A0C43B598}" srcOrd="2" destOrd="0" presId="urn:microsoft.com/office/officeart/2005/8/layout/orgChart1"/>
    <dgm:cxn modelId="{150BBDD8-E3CD-6A4F-9700-C8B6F55EB20C}" type="presParOf" srcId="{41921DD9-906F-4388-B4D4-6AD0ED484779}" destId="{40A4AC8D-3EAF-2A46-A0D6-572E66D87847}" srcOrd="4" destOrd="0" presId="urn:microsoft.com/office/officeart/2005/8/layout/orgChart1"/>
    <dgm:cxn modelId="{CA74C42E-175F-8F44-B8C1-6A0D9D76BD1B}" type="presParOf" srcId="{41921DD9-906F-4388-B4D4-6AD0ED484779}" destId="{C541E6A8-F72E-4917-8A00-565C8C5A177F}" srcOrd="5" destOrd="0" presId="urn:microsoft.com/office/officeart/2005/8/layout/orgChart1"/>
    <dgm:cxn modelId="{702C8B88-C65B-FF49-B98A-7D28D5E0A782}" type="presParOf" srcId="{C541E6A8-F72E-4917-8A00-565C8C5A177F}" destId="{24078B95-521A-426B-A4BB-9BF32A88F8AF}" srcOrd="0" destOrd="0" presId="urn:microsoft.com/office/officeart/2005/8/layout/orgChart1"/>
    <dgm:cxn modelId="{C0BA0272-4710-4042-B586-40662276C4C8}" type="presParOf" srcId="{24078B95-521A-426B-A4BB-9BF32A88F8AF}" destId="{98F89CD6-997A-425F-B128-2D27CFA3B5BB}" srcOrd="0" destOrd="0" presId="urn:microsoft.com/office/officeart/2005/8/layout/orgChart1"/>
    <dgm:cxn modelId="{AD123B81-12E7-CC49-82B0-EA026BB380DF}" type="presParOf" srcId="{24078B95-521A-426B-A4BB-9BF32A88F8AF}" destId="{6BD44AA0-9CCF-4EDB-9B95-DEFEC32AA506}" srcOrd="1" destOrd="0" presId="urn:microsoft.com/office/officeart/2005/8/layout/orgChart1"/>
    <dgm:cxn modelId="{FCEFC781-8848-0446-8CC8-206C0E5CC896}" type="presParOf" srcId="{C541E6A8-F72E-4917-8A00-565C8C5A177F}" destId="{06BF0A94-A30E-46A8-9D25-C1975BA79EAC}" srcOrd="1" destOrd="0" presId="urn:microsoft.com/office/officeart/2005/8/layout/orgChart1"/>
    <dgm:cxn modelId="{A089B2C9-B3A9-2843-830D-FF2C7C0D730E}" type="presParOf" srcId="{C541E6A8-F72E-4917-8A00-565C8C5A177F}" destId="{11904DCE-78A2-450F-B57D-817A5B5D7288}" srcOrd="2" destOrd="0" presId="urn:microsoft.com/office/officeart/2005/8/layout/orgChart1"/>
    <dgm:cxn modelId="{6B1FAF41-223F-9841-A6D1-7FFF190D7BD6}" type="presParOf" srcId="{6B5E92C5-51F1-48F3-8274-13192AAD9101}" destId="{A673BD71-CE48-453C-BE03-E1F18A40598A}" srcOrd="2" destOrd="0" presId="urn:microsoft.com/office/officeart/2005/8/layout/orgChart1"/>
    <dgm:cxn modelId="{6E205557-2F68-A047-9C3C-1F77BCBDBD69}" type="presParOf" srcId="{F44B72BE-01EB-4D40-B520-EB27B33F5DE2}" destId="{28BDC3D5-211A-417C-820E-82ED4BE9DBEB}" srcOrd="2" destOrd="0" presId="urn:microsoft.com/office/officeart/2005/8/layout/orgChart1"/>
  </dgm:cxnLst>
  <dgm:bg>
    <a:effectLst/>
  </dgm:bg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76060C9-4F9C-4633-A8C3-6F32FC224519}" type="doc">
      <dgm:prSet loTypeId="urn:microsoft.com/office/officeart/2005/8/layout/orgChart1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zh-CN" altLang="en-US"/>
        </a:p>
      </dgm:t>
    </dgm:pt>
    <dgm:pt modelId="{36E3B70A-2B3C-4CB6-8258-F783A8D947BE}">
      <dgm:prSet phldrT="[文本]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 rtl="0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FPGA peak Detector</a:t>
          </a:r>
        </a:p>
      </dgm:t>
    </dgm:pt>
    <dgm:pt modelId="{A152F6D8-1644-44AB-B4CE-1C4D046D5A4A}" type="parTrans" cxnId="{AA3A0B9A-2C4A-4AB8-9BD6-800500537C53}">
      <dgm:prSet/>
      <dgm:spPr/>
      <dgm:t>
        <a:bodyPr/>
        <a:lstStyle/>
        <a:p>
          <a:endParaRPr lang="zh-CN" altLang="en-US"/>
        </a:p>
      </dgm:t>
    </dgm:pt>
    <dgm:pt modelId="{77F130DE-2F9F-4FDB-AE03-611F0BF8CB81}" type="sibTrans" cxnId="{AA3A0B9A-2C4A-4AB8-9BD6-800500537C53}">
      <dgm:prSet/>
      <dgm:spPr/>
      <dgm:t>
        <a:bodyPr/>
        <a:lstStyle/>
        <a:p>
          <a:endParaRPr lang="zh-CN" altLang="en-US"/>
        </a:p>
      </dgm:t>
    </dgm:pt>
    <dgm:pt modelId="{2D501A6C-CB1C-42AF-A2B4-95A7ADFD6EB8}">
      <dgm:prSet phldrT="[文本]" phldr="0" custT="1"/>
      <dgm:spPr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gm:spPr>
      <dgm:t>
        <a:bodyPr spcFirstLastPara="0" vert="horz" wrap="square" lIns="5080" tIns="5080" rIns="5080" bIns="5080" numCol="1" spcCol="1270" anchor="ctr" anchorCtr="0"/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prstClr val="white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Algorithm level</a:t>
          </a:r>
        </a:p>
      </dgm:t>
    </dgm:pt>
    <dgm:pt modelId="{47D56DEB-1BD9-431C-A9F1-63D6F6A8099D}" type="parTrans" cxnId="{B23F160A-21F7-42A0-BB3C-49F14B86092C}">
      <dgm:prSet/>
      <dgm:spPr/>
      <dgm:t>
        <a:bodyPr/>
        <a:lstStyle/>
        <a:p>
          <a:endParaRPr lang="zh-CN" altLang="en-US"/>
        </a:p>
      </dgm:t>
    </dgm:pt>
    <dgm:pt modelId="{D5832A88-F911-4DAF-9868-E6D6974C1FA6}" type="sibTrans" cxnId="{B23F160A-21F7-42A0-BB3C-49F14B86092C}">
      <dgm:prSet/>
      <dgm:spPr/>
      <dgm:t>
        <a:bodyPr/>
        <a:lstStyle/>
        <a:p>
          <a:endParaRPr lang="zh-CN" altLang="en-US"/>
        </a:p>
      </dgm:t>
    </dgm:pt>
    <dgm:pt modelId="{E19E024F-CBA0-486F-8154-B476C77F0020}">
      <dgm:prSet phldrT="[文本]"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 rtl="0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Register level</a:t>
          </a:r>
        </a:p>
      </dgm:t>
    </dgm:pt>
    <dgm:pt modelId="{2905B16C-77D4-4CB9-8BFC-781286174F38}" type="parTrans" cxnId="{DC4D6DA3-FB3D-4A9F-B195-F023A46EBCFF}">
      <dgm:prSet/>
      <dgm:spPr/>
      <dgm:t>
        <a:bodyPr/>
        <a:lstStyle/>
        <a:p>
          <a:endParaRPr lang="zh-CN" altLang="en-US"/>
        </a:p>
      </dgm:t>
    </dgm:pt>
    <dgm:pt modelId="{ADDD845D-4CD4-4B3F-AB2B-4E39F9B0BFA6}" type="sibTrans" cxnId="{DC4D6DA3-FB3D-4A9F-B195-F023A46EBCFF}">
      <dgm:prSet/>
      <dgm:spPr/>
      <dgm:t>
        <a:bodyPr/>
        <a:lstStyle/>
        <a:p>
          <a:endParaRPr lang="zh-CN" altLang="en-US"/>
        </a:p>
      </dgm:t>
    </dgm:pt>
    <dgm:pt modelId="{AC7B98EA-B026-4F08-8052-EC037FB5D742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Submission</a:t>
          </a:r>
        </a:p>
      </dgm:t>
    </dgm:pt>
    <dgm:pt modelId="{184A1767-DA0B-466E-A9D1-FB42AE272BD1}" type="parTrans" cxnId="{3E2493DF-B30D-414A-B05C-D9413BE7AF77}">
      <dgm:prSet/>
      <dgm:spPr/>
      <dgm:t>
        <a:bodyPr/>
        <a:lstStyle/>
        <a:p>
          <a:endParaRPr lang="zh-CN" altLang="en-US"/>
        </a:p>
      </dgm:t>
    </dgm:pt>
    <dgm:pt modelId="{051A0850-0203-443D-AB2E-9CD76C243A2A}" type="sibTrans" cxnId="{3E2493DF-B30D-414A-B05C-D9413BE7AF77}">
      <dgm:prSet/>
      <dgm:spPr/>
      <dgm:t>
        <a:bodyPr/>
        <a:lstStyle/>
        <a:p>
          <a:endParaRPr lang="zh-CN" altLang="en-US"/>
        </a:p>
      </dgm:t>
    </dgm:pt>
    <dgm:pt modelId="{5464455F-FE27-4E2B-B770-7475AE342F46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 rtl="0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DP pseudocode </a:t>
          </a:r>
        </a:p>
      </dgm:t>
    </dgm:pt>
    <dgm:pt modelId="{1DB38FF9-3325-4F16-A9E6-F84CAFC8FF0F}" type="parTrans" cxnId="{F686275E-47E9-486E-BB8E-F02C14C06A5D}">
      <dgm:prSet/>
      <dgm:spPr/>
      <dgm:t>
        <a:bodyPr/>
        <a:lstStyle/>
        <a:p>
          <a:endParaRPr lang="zh-CN" altLang="en-US"/>
        </a:p>
      </dgm:t>
    </dgm:pt>
    <dgm:pt modelId="{CB17FA13-D2CE-4421-AB75-8AED2E20FEAB}" type="sibTrans" cxnId="{F686275E-47E9-486E-BB8E-F02C14C06A5D}">
      <dgm:prSet/>
      <dgm:spPr/>
      <dgm:t>
        <a:bodyPr/>
        <a:lstStyle/>
        <a:p>
          <a:endParaRPr lang="zh-CN" altLang="en-US"/>
        </a:p>
      </dgm:t>
    </dgm:pt>
    <dgm:pt modelId="{62693056-0B0D-4626-992C-051F2E792B18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 rtl="0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CP FSM</a:t>
          </a:r>
        </a:p>
      </dgm:t>
    </dgm:pt>
    <dgm:pt modelId="{ED448E46-0EEB-443E-8BA7-D1038693D95C}" type="parTrans" cxnId="{A7D5613C-366C-424C-AB92-59CBB244D507}">
      <dgm:prSet/>
      <dgm:spPr/>
      <dgm:t>
        <a:bodyPr/>
        <a:lstStyle/>
        <a:p>
          <a:endParaRPr lang="zh-CN" altLang="en-US"/>
        </a:p>
      </dgm:t>
    </dgm:pt>
    <dgm:pt modelId="{8DEAB065-FB29-4E96-9A29-52D8AF714414}" type="sibTrans" cxnId="{A7D5613C-366C-424C-AB92-59CBB244D507}">
      <dgm:prSet/>
      <dgm:spPr/>
      <dgm:t>
        <a:bodyPr/>
        <a:lstStyle/>
        <a:p>
          <a:endParaRPr lang="zh-CN" altLang="en-US"/>
        </a:p>
      </dgm:t>
    </dgm:pt>
    <dgm:pt modelId="{0DDEBA6E-DCFC-429B-A5C1-488212499341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 rtl="0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Port define</a:t>
          </a:r>
        </a:p>
      </dgm:t>
    </dgm:pt>
    <dgm:pt modelId="{8180F4DF-4810-4E67-9CAB-CCD290DBCE0F}" type="parTrans" cxnId="{A180804F-D9B2-42D8-8DA9-ACA14774B0C1}">
      <dgm:prSet/>
      <dgm:spPr/>
      <dgm:t>
        <a:bodyPr/>
        <a:lstStyle/>
        <a:p>
          <a:endParaRPr lang="zh-CN" altLang="en-US"/>
        </a:p>
      </dgm:t>
    </dgm:pt>
    <dgm:pt modelId="{16B3C329-B8C0-4428-8664-5870E397FCAD}" type="sibTrans" cxnId="{A180804F-D9B2-42D8-8DA9-ACA14774B0C1}">
      <dgm:prSet/>
      <dgm:spPr/>
      <dgm:t>
        <a:bodyPr/>
        <a:lstStyle/>
        <a:p>
          <a:endParaRPr lang="zh-CN" altLang="en-US"/>
        </a:p>
      </dgm:t>
    </dgm:pt>
    <dgm:pt modelId="{944D8054-A2B7-4299-B693-A3F41E66066D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 rtl="0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Logic design</a:t>
          </a:r>
        </a:p>
      </dgm:t>
    </dgm:pt>
    <dgm:pt modelId="{9A27FA61-BD83-43D4-A894-AE1B5F6799DC}" type="parTrans" cxnId="{FE6B4699-4F2F-4D40-84A9-00994D9AB760}">
      <dgm:prSet/>
      <dgm:spPr/>
      <dgm:t>
        <a:bodyPr/>
        <a:lstStyle/>
        <a:p>
          <a:endParaRPr lang="zh-CN" altLang="en-US"/>
        </a:p>
      </dgm:t>
    </dgm:pt>
    <dgm:pt modelId="{F96B9A4F-6160-4779-A99D-6740BC85ABD3}" type="sibTrans" cxnId="{FE6B4699-4F2F-4D40-84A9-00994D9AB760}">
      <dgm:prSet/>
      <dgm:spPr/>
      <dgm:t>
        <a:bodyPr/>
        <a:lstStyle/>
        <a:p>
          <a:endParaRPr lang="zh-CN" altLang="en-US"/>
        </a:p>
      </dgm:t>
    </dgm:pt>
    <dgm:pt modelId="{A211AE1B-2D58-430E-81A9-7470B99FFD08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 rtl="0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Interconnection</a:t>
          </a:r>
        </a:p>
      </dgm:t>
    </dgm:pt>
    <dgm:pt modelId="{BFB00E75-F2D1-4CB4-B8D1-919071F74C94}" type="parTrans" cxnId="{8E94CC34-B6C0-4ECC-B2FA-2D41DED5C5CC}">
      <dgm:prSet/>
      <dgm:spPr/>
      <dgm:t>
        <a:bodyPr/>
        <a:lstStyle/>
        <a:p>
          <a:endParaRPr lang="zh-CN" altLang="en-US"/>
        </a:p>
      </dgm:t>
    </dgm:pt>
    <dgm:pt modelId="{6A3B6749-EA12-4BAD-B846-9950C88DD2D0}" type="sibTrans" cxnId="{8E94CC34-B6C0-4ECC-B2FA-2D41DED5C5CC}">
      <dgm:prSet/>
      <dgm:spPr/>
      <dgm:t>
        <a:bodyPr/>
        <a:lstStyle/>
        <a:p>
          <a:endParaRPr lang="zh-CN" altLang="en-US"/>
        </a:p>
      </dgm:t>
    </dgm:pt>
    <dgm:pt modelId="{009318C8-8591-4C1B-891A-490442B47FAF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 rtl="0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CP VHDL</a:t>
          </a:r>
        </a:p>
      </dgm:t>
    </dgm:pt>
    <dgm:pt modelId="{5942B258-29FD-4AB2-923C-2F985D439EC7}" type="parTrans" cxnId="{37EF61C7-1113-4A72-82CF-CC37FB74EFE7}">
      <dgm:prSet/>
      <dgm:spPr/>
      <dgm:t>
        <a:bodyPr/>
        <a:lstStyle/>
        <a:p>
          <a:endParaRPr lang="zh-CN" altLang="en-US"/>
        </a:p>
      </dgm:t>
    </dgm:pt>
    <dgm:pt modelId="{106EE8BD-0836-4913-8CF4-BDFF274B9C5F}" type="sibTrans" cxnId="{37EF61C7-1113-4A72-82CF-CC37FB74EFE7}">
      <dgm:prSet/>
      <dgm:spPr/>
      <dgm:t>
        <a:bodyPr/>
        <a:lstStyle/>
        <a:p>
          <a:endParaRPr lang="zh-CN" altLang="en-US"/>
        </a:p>
      </dgm:t>
    </dgm:pt>
    <dgm:pt modelId="{D87E956D-0547-4128-AFF1-BD73C88E3683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Design &amp; Simulate</a:t>
          </a:r>
        </a:p>
      </dgm:t>
    </dgm:pt>
    <dgm:pt modelId="{96DF1B58-6C96-457F-B9C5-CA7F883CA9C3}" type="parTrans" cxnId="{FD72C1D1-27C7-4EAF-A494-D73D5EB0BEFF}">
      <dgm:prSet/>
      <dgm:spPr/>
      <dgm:t>
        <a:bodyPr/>
        <a:lstStyle/>
        <a:p>
          <a:endParaRPr lang="zh-CN" altLang="en-US"/>
        </a:p>
      </dgm:t>
    </dgm:pt>
    <dgm:pt modelId="{B3B0C96C-471B-4169-AD62-020428869CE6}" type="sibTrans" cxnId="{FD72C1D1-27C7-4EAF-A494-D73D5EB0BEFF}">
      <dgm:prSet/>
      <dgm:spPr/>
      <dgm:t>
        <a:bodyPr/>
        <a:lstStyle/>
        <a:p>
          <a:endParaRPr lang="zh-CN" altLang="en-US"/>
        </a:p>
      </dgm:t>
    </dgm:pt>
    <dgm:pt modelId="{C4CA07C3-E713-4CD5-8BC0-C3536C8A44AA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DP VHDL</a:t>
          </a:r>
        </a:p>
      </dgm:t>
    </dgm:pt>
    <dgm:pt modelId="{2EF0AAD6-7F59-4A6B-A71D-0B0DF363F5B2}" type="parTrans" cxnId="{371C5A98-5916-48DA-8EBC-F70B9D64843C}">
      <dgm:prSet/>
      <dgm:spPr/>
      <dgm:t>
        <a:bodyPr/>
        <a:lstStyle/>
        <a:p>
          <a:endParaRPr lang="zh-CN" altLang="en-US"/>
        </a:p>
      </dgm:t>
    </dgm:pt>
    <dgm:pt modelId="{E6A619D5-1A07-4FD0-B648-B441F5CE4731}" type="sibTrans" cxnId="{371C5A98-5916-48DA-8EBC-F70B9D64843C}">
      <dgm:prSet/>
      <dgm:spPr/>
      <dgm:t>
        <a:bodyPr/>
        <a:lstStyle/>
        <a:p>
          <a:endParaRPr lang="zh-CN" altLang="en-US"/>
        </a:p>
      </dgm:t>
    </dgm:pt>
    <dgm:pt modelId="{D69A1BCA-7F2E-4B66-AD87-7F8F5F0E7127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Write code</a:t>
          </a:r>
        </a:p>
      </dgm:t>
    </dgm:pt>
    <dgm:pt modelId="{829EEEF6-E0FC-4E2A-B21E-EE176E5A1308}" type="parTrans" cxnId="{B130A156-E2A7-4B36-9A4D-CF13A67D9BA1}">
      <dgm:prSet/>
      <dgm:spPr/>
      <dgm:t>
        <a:bodyPr/>
        <a:lstStyle/>
        <a:p>
          <a:endParaRPr lang="zh-CN" altLang="en-US"/>
        </a:p>
      </dgm:t>
    </dgm:pt>
    <dgm:pt modelId="{438237A3-3033-4761-A96A-C29437511893}" type="sibTrans" cxnId="{B130A156-E2A7-4B36-9A4D-CF13A67D9BA1}">
      <dgm:prSet/>
      <dgm:spPr/>
      <dgm:t>
        <a:bodyPr/>
        <a:lstStyle/>
        <a:p>
          <a:endParaRPr lang="zh-CN" altLang="en-US"/>
        </a:p>
      </dgm:t>
    </dgm:pt>
    <dgm:pt modelId="{EC5B6BA5-8B27-48D1-BC34-DC94FCB181D7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Report</a:t>
          </a:r>
        </a:p>
      </dgm:t>
    </dgm:pt>
    <dgm:pt modelId="{CF9B5626-7FB7-4F12-A803-E460767C759A}" type="parTrans" cxnId="{A2DD6A17-2455-44AA-B10E-2857F1692880}">
      <dgm:prSet/>
      <dgm:spPr/>
      <dgm:t>
        <a:bodyPr/>
        <a:lstStyle/>
        <a:p>
          <a:endParaRPr lang="zh-CN" altLang="en-US"/>
        </a:p>
      </dgm:t>
    </dgm:pt>
    <dgm:pt modelId="{87667234-7A9B-46BC-8C96-00011C04A33C}" type="sibTrans" cxnId="{A2DD6A17-2455-44AA-B10E-2857F1692880}">
      <dgm:prSet/>
      <dgm:spPr/>
      <dgm:t>
        <a:bodyPr/>
        <a:lstStyle/>
        <a:p>
          <a:endParaRPr lang="zh-CN" altLang="en-US"/>
        </a:p>
      </dgm:t>
    </dgm:pt>
    <dgm:pt modelId="{A7FE76EE-D1E0-4C85-BEBD-F4F35AA4EDA6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FPGA Product</a:t>
          </a:r>
        </a:p>
      </dgm:t>
    </dgm:pt>
    <dgm:pt modelId="{C1E04D17-FEB3-44A1-A150-3C166055A6D8}" type="parTrans" cxnId="{1C70456B-1821-4DF8-9C1B-569B50522D3C}">
      <dgm:prSet/>
      <dgm:spPr/>
      <dgm:t>
        <a:bodyPr/>
        <a:lstStyle/>
        <a:p>
          <a:endParaRPr lang="zh-CN" altLang="en-US"/>
        </a:p>
      </dgm:t>
    </dgm:pt>
    <dgm:pt modelId="{BEF9C721-5308-4AD3-A7CD-6464BFB7074B}" type="sibTrans" cxnId="{1C70456B-1821-4DF8-9C1B-569B50522D3C}">
      <dgm:prSet/>
      <dgm:spPr/>
      <dgm:t>
        <a:bodyPr/>
        <a:lstStyle/>
        <a:p>
          <a:endParaRPr lang="zh-CN" altLang="en-US"/>
        </a:p>
      </dgm:t>
    </dgm:pt>
    <dgm:pt modelId="{0ACAFAE2-734D-4E92-8B74-50F530A39721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Video</a:t>
          </a:r>
        </a:p>
      </dgm:t>
    </dgm:pt>
    <dgm:pt modelId="{57E80165-04C5-4256-8733-48B3E2C07CCD}" type="parTrans" cxnId="{2CCBDF76-BE04-4ED9-BBA9-B83BE4A91E9E}">
      <dgm:prSet/>
      <dgm:spPr/>
      <dgm:t>
        <a:bodyPr/>
        <a:lstStyle/>
        <a:p>
          <a:endParaRPr lang="zh-CN" altLang="en-US"/>
        </a:p>
      </dgm:t>
    </dgm:pt>
    <dgm:pt modelId="{FBC27EE3-E2ED-4AE4-ADF7-39D552873CFB}" type="sibTrans" cxnId="{2CCBDF76-BE04-4ED9-BBA9-B83BE4A91E9E}">
      <dgm:prSet/>
      <dgm:spPr/>
      <dgm:t>
        <a:bodyPr/>
        <a:lstStyle/>
        <a:p>
          <a:endParaRPr lang="zh-CN" altLang="en-US"/>
        </a:p>
      </dgm:t>
    </dgm:pt>
    <dgm:pt modelId="{4A020AB9-1CB9-4A73-A69B-DF30A6A8FD18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Design testbench</a:t>
          </a:r>
        </a:p>
      </dgm:t>
    </dgm:pt>
    <dgm:pt modelId="{A907B150-ED25-4992-87D3-BE0B10E5A6F1}" type="parTrans" cxnId="{3B9D83AA-26D0-4F6A-A2F5-20AA2B5CB4B9}">
      <dgm:prSet/>
      <dgm:spPr/>
      <dgm:t>
        <a:bodyPr/>
        <a:lstStyle/>
        <a:p>
          <a:endParaRPr lang="zh-CN" altLang="en-US"/>
        </a:p>
      </dgm:t>
    </dgm:pt>
    <dgm:pt modelId="{142F3B7E-BD69-411E-9FFF-2B0372586099}" type="sibTrans" cxnId="{3B9D83AA-26D0-4F6A-A2F5-20AA2B5CB4B9}">
      <dgm:prSet/>
      <dgm:spPr/>
      <dgm:t>
        <a:bodyPr/>
        <a:lstStyle/>
        <a:p>
          <a:endParaRPr lang="zh-CN" altLang="en-US"/>
        </a:p>
      </dgm:t>
    </dgm:pt>
    <dgm:pt modelId="{CC309443-3AE2-4840-BF6D-742DD89C02B0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Simulate</a:t>
          </a:r>
        </a:p>
      </dgm:t>
    </dgm:pt>
    <dgm:pt modelId="{8220A022-C4EE-4414-B698-81EB803A3339}" type="parTrans" cxnId="{0A96C38D-A82D-43CE-89A8-AD4002F2F1AF}">
      <dgm:prSet/>
      <dgm:spPr/>
      <dgm:t>
        <a:bodyPr/>
        <a:lstStyle/>
        <a:p>
          <a:endParaRPr lang="zh-CN" altLang="en-US"/>
        </a:p>
      </dgm:t>
    </dgm:pt>
    <dgm:pt modelId="{8D6579A3-146E-4E6F-AEC7-89CD89785C3E}" type="sibTrans" cxnId="{0A96C38D-A82D-43CE-89A8-AD4002F2F1AF}">
      <dgm:prSet/>
      <dgm:spPr/>
      <dgm:t>
        <a:bodyPr/>
        <a:lstStyle/>
        <a:p>
          <a:endParaRPr lang="zh-CN" altLang="en-US"/>
        </a:p>
      </dgm:t>
    </dgm:pt>
    <dgm:pt modelId="{4935635D-6290-E342-AC42-7EB96C103085}">
      <dgm:prSet custT="1"/>
      <dgm:spPr>
        <a:solidFill>
          <a:srgbClr val="0E5DA3"/>
        </a:solidFill>
        <a:ln>
          <a:noFill/>
        </a:ln>
      </dgm:spPr>
      <dgm:t>
        <a:bodyPr/>
        <a:lstStyle/>
        <a:p>
          <a:r>
            <a:rPr lang="en-GB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Simulate</a:t>
          </a:r>
        </a:p>
      </dgm:t>
    </dgm:pt>
    <dgm:pt modelId="{D90D2432-F9DF-F94C-AB99-D88B6AB1D78A}" type="parTrans" cxnId="{2E73AEA3-15B8-BB46-B576-77B801F6BBF1}">
      <dgm:prSet/>
      <dgm:spPr/>
      <dgm:t>
        <a:bodyPr/>
        <a:lstStyle/>
        <a:p>
          <a:endParaRPr lang="en-GB"/>
        </a:p>
      </dgm:t>
    </dgm:pt>
    <dgm:pt modelId="{0414414C-D387-4040-A4E7-96E9D721ECA7}" type="sibTrans" cxnId="{2E73AEA3-15B8-BB46-B576-77B801F6BBF1}">
      <dgm:prSet/>
      <dgm:spPr/>
      <dgm:t>
        <a:bodyPr/>
        <a:lstStyle/>
        <a:p>
          <a:endParaRPr lang="en-GB"/>
        </a:p>
      </dgm:t>
    </dgm:pt>
    <dgm:pt modelId="{EE621C62-7830-CD42-8DD0-59B3980C63A7}">
      <dgm:prSet custT="1"/>
      <dgm:spPr>
        <a:solidFill>
          <a:srgbClr val="0E5DA3"/>
        </a:solidFill>
        <a:ln>
          <a:noFill/>
        </a:ln>
      </dgm:spPr>
      <dgm:t>
        <a:bodyPr/>
        <a:lstStyle/>
        <a:p>
          <a:r>
            <a:rPr lang="en-GB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Test on board</a:t>
          </a:r>
        </a:p>
      </dgm:t>
    </dgm:pt>
    <dgm:pt modelId="{0D0B9606-216B-5446-AE86-D2987E861FB7}" type="parTrans" cxnId="{805CC498-4A9F-9648-9CFB-66DD0AD7BD87}">
      <dgm:prSet/>
      <dgm:spPr/>
      <dgm:t>
        <a:bodyPr/>
        <a:lstStyle/>
        <a:p>
          <a:endParaRPr lang="en-GB"/>
        </a:p>
      </dgm:t>
    </dgm:pt>
    <dgm:pt modelId="{386DD2F6-F550-074C-87FF-D10AB0ACCB06}" type="sibTrans" cxnId="{805CC498-4A9F-9648-9CFB-66DD0AD7BD87}">
      <dgm:prSet/>
      <dgm:spPr/>
      <dgm:t>
        <a:bodyPr/>
        <a:lstStyle/>
        <a:p>
          <a:endParaRPr lang="en-GB"/>
        </a:p>
      </dgm:t>
    </dgm:pt>
    <dgm:pt modelId="{4C2E48C8-806B-564D-AAE0-13CE2843B399}">
      <dgm:prSet custT="1"/>
      <dgm:spPr>
        <a:solidFill>
          <a:srgbClr val="0E5DA3"/>
        </a:solidFill>
        <a:ln>
          <a:noFill/>
        </a:ln>
      </dgm:spPr>
      <dgm:t>
        <a:bodyPr/>
        <a:lstStyle/>
        <a:p>
          <a:r>
            <a:rPr lang="en-GB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DP Standalone</a:t>
          </a:r>
        </a:p>
      </dgm:t>
    </dgm:pt>
    <dgm:pt modelId="{76465EB5-71E2-2E48-B345-3D15874D6857}" type="parTrans" cxnId="{591EB241-48C7-F14E-B197-B275CF63D13B}">
      <dgm:prSet/>
      <dgm:spPr/>
      <dgm:t>
        <a:bodyPr/>
        <a:lstStyle/>
        <a:p>
          <a:endParaRPr lang="en-GB"/>
        </a:p>
      </dgm:t>
    </dgm:pt>
    <dgm:pt modelId="{ABDE7D2B-FBAC-0748-9B98-21B3F38281FF}" type="sibTrans" cxnId="{591EB241-48C7-F14E-B197-B275CF63D13B}">
      <dgm:prSet/>
      <dgm:spPr/>
      <dgm:t>
        <a:bodyPr/>
        <a:lstStyle/>
        <a:p>
          <a:endParaRPr lang="en-GB"/>
        </a:p>
      </dgm:t>
    </dgm:pt>
    <dgm:pt modelId="{1E4A938C-2DB0-2748-9958-FD6F547A29A9}">
      <dgm:prSet custT="1"/>
      <dgm:spPr>
        <a:solidFill>
          <a:srgbClr val="0E5DA3"/>
        </a:solidFill>
        <a:ln>
          <a:noFill/>
        </a:ln>
      </dgm:spPr>
      <dgm:t>
        <a:bodyPr/>
        <a:lstStyle/>
        <a:p>
          <a:r>
            <a:rPr lang="en-GB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CP Standalone</a:t>
          </a:r>
        </a:p>
      </dgm:t>
    </dgm:pt>
    <dgm:pt modelId="{E6A8756B-2033-414F-A46C-D2A5DE2D46EF}" type="parTrans" cxnId="{6FA2A755-6AF7-2E49-AAA3-572154F5679E}">
      <dgm:prSet/>
      <dgm:spPr/>
      <dgm:t>
        <a:bodyPr/>
        <a:lstStyle/>
        <a:p>
          <a:endParaRPr lang="en-GB"/>
        </a:p>
      </dgm:t>
    </dgm:pt>
    <dgm:pt modelId="{03728E2D-501E-674E-99C8-2C6475C35BBB}" type="sibTrans" cxnId="{6FA2A755-6AF7-2E49-AAA3-572154F5679E}">
      <dgm:prSet/>
      <dgm:spPr/>
      <dgm:t>
        <a:bodyPr/>
        <a:lstStyle/>
        <a:p>
          <a:endParaRPr lang="en-GB"/>
        </a:p>
      </dgm:t>
    </dgm:pt>
    <dgm:pt modelId="{ACF22522-8B95-3F4E-B3A3-B0A2ED259E5D}">
      <dgm:prSet custT="1"/>
      <dgm:spPr>
        <a:solidFill>
          <a:srgbClr val="0E5DA3"/>
        </a:solidFill>
        <a:ln>
          <a:noFill/>
        </a:ln>
      </dgm:spPr>
      <dgm:t>
        <a:bodyPr/>
        <a:lstStyle/>
        <a:p>
          <a:r>
            <a:rPr lang="en-GB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CP + supplied DP</a:t>
          </a:r>
        </a:p>
      </dgm:t>
    </dgm:pt>
    <dgm:pt modelId="{AC37794C-610F-1A4D-BB98-30D8E24CF56C}" type="parTrans" cxnId="{29567830-B4B1-1A4D-B68C-CDCB8E3F4A5D}">
      <dgm:prSet/>
      <dgm:spPr/>
      <dgm:t>
        <a:bodyPr/>
        <a:lstStyle/>
        <a:p>
          <a:endParaRPr lang="en-GB"/>
        </a:p>
      </dgm:t>
    </dgm:pt>
    <dgm:pt modelId="{EFFE04D7-EE8D-DF4D-81BD-F47212EA9A24}" type="sibTrans" cxnId="{29567830-B4B1-1A4D-B68C-CDCB8E3F4A5D}">
      <dgm:prSet/>
      <dgm:spPr/>
      <dgm:t>
        <a:bodyPr/>
        <a:lstStyle/>
        <a:p>
          <a:endParaRPr lang="en-GB"/>
        </a:p>
      </dgm:t>
    </dgm:pt>
    <dgm:pt modelId="{497C3AA2-0F19-BA44-A374-896537004B60}">
      <dgm:prSet custT="1"/>
      <dgm:spPr>
        <a:solidFill>
          <a:srgbClr val="0E5DA3"/>
        </a:solidFill>
        <a:ln>
          <a:noFill/>
        </a:ln>
      </dgm:spPr>
      <dgm:t>
        <a:bodyPr/>
        <a:lstStyle/>
        <a:p>
          <a:r>
            <a:rPr lang="en-GB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DP + supplied CP</a:t>
          </a:r>
        </a:p>
      </dgm:t>
    </dgm:pt>
    <dgm:pt modelId="{2615615F-FA80-544D-9585-1FAD772D2F99}" type="parTrans" cxnId="{E03FD783-1B40-7D4E-BA57-2BC27C878B4F}">
      <dgm:prSet/>
      <dgm:spPr/>
      <dgm:t>
        <a:bodyPr/>
        <a:lstStyle/>
        <a:p>
          <a:endParaRPr lang="en-GB"/>
        </a:p>
      </dgm:t>
    </dgm:pt>
    <dgm:pt modelId="{076B85A1-C062-5B4C-90C7-CB4232304896}" type="sibTrans" cxnId="{E03FD783-1B40-7D4E-BA57-2BC27C878B4F}">
      <dgm:prSet/>
      <dgm:spPr/>
      <dgm:t>
        <a:bodyPr/>
        <a:lstStyle/>
        <a:p>
          <a:endParaRPr lang="en-GB"/>
        </a:p>
      </dgm:t>
    </dgm:pt>
    <dgm:pt modelId="{2B44075C-9869-9649-895C-4FEB676067CB}">
      <dgm:prSet custT="1"/>
      <dgm:spPr>
        <a:solidFill>
          <a:srgbClr val="0E5DA3"/>
        </a:solidFill>
        <a:ln>
          <a:noFill/>
        </a:ln>
      </dgm:spPr>
      <dgm:t>
        <a:bodyPr/>
        <a:lstStyle/>
        <a:p>
          <a:r>
            <a:rPr lang="en-GB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DP&amp;CP integration</a:t>
          </a:r>
        </a:p>
      </dgm:t>
    </dgm:pt>
    <dgm:pt modelId="{6B13E22C-FE01-0F42-BEA0-F38BD1D3F2D3}" type="parTrans" cxnId="{0E4545B8-B905-644C-A6FC-CF17C5A3694F}">
      <dgm:prSet/>
      <dgm:spPr/>
      <dgm:t>
        <a:bodyPr/>
        <a:lstStyle/>
        <a:p>
          <a:endParaRPr lang="en-GB"/>
        </a:p>
      </dgm:t>
    </dgm:pt>
    <dgm:pt modelId="{4F20F63F-B9BA-D942-A133-6F6A3778D9F8}" type="sibTrans" cxnId="{0E4545B8-B905-644C-A6FC-CF17C5A3694F}">
      <dgm:prSet/>
      <dgm:spPr/>
      <dgm:t>
        <a:bodyPr/>
        <a:lstStyle/>
        <a:p>
          <a:endParaRPr lang="en-GB"/>
        </a:p>
      </dgm:t>
    </dgm:pt>
    <dgm:pt modelId="{F43D0201-B687-FF43-A49A-67C37EC0DF60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Outline</a:t>
          </a:r>
        </a:p>
      </dgm:t>
    </dgm:pt>
    <dgm:pt modelId="{BF246693-B9E2-4B4A-9994-BCE2199A2171}" type="parTrans" cxnId="{C50C4EDC-29E8-5D44-8515-576E934A3D63}">
      <dgm:prSet/>
      <dgm:spPr/>
      <dgm:t>
        <a:bodyPr/>
        <a:lstStyle/>
        <a:p>
          <a:endParaRPr lang="en-GB"/>
        </a:p>
      </dgm:t>
    </dgm:pt>
    <dgm:pt modelId="{BFDF3B49-372D-864E-9EE0-7D186FF3FF2F}" type="sibTrans" cxnId="{C50C4EDC-29E8-5D44-8515-576E934A3D63}">
      <dgm:prSet/>
      <dgm:spPr/>
      <dgm:t>
        <a:bodyPr/>
        <a:lstStyle/>
        <a:p>
          <a:endParaRPr lang="en-GB"/>
        </a:p>
      </dgm:t>
    </dgm:pt>
    <dgm:pt modelId="{D239731A-BDEE-7F43-96AE-E3549FEE0371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Figures</a:t>
          </a:r>
        </a:p>
      </dgm:t>
    </dgm:pt>
    <dgm:pt modelId="{6F7380B4-8030-6547-B9D5-60D3EF38E7DD}" type="parTrans" cxnId="{E59733F8-FF1F-4C43-B9DF-EB717141DA88}">
      <dgm:prSet/>
      <dgm:spPr/>
      <dgm:t>
        <a:bodyPr/>
        <a:lstStyle/>
        <a:p>
          <a:endParaRPr lang="en-GB"/>
        </a:p>
      </dgm:t>
    </dgm:pt>
    <dgm:pt modelId="{D871FEE3-C444-9F47-9525-851D5B863B1E}" type="sibTrans" cxnId="{E59733F8-FF1F-4C43-B9DF-EB717141DA88}">
      <dgm:prSet/>
      <dgm:spPr/>
      <dgm:t>
        <a:bodyPr/>
        <a:lstStyle/>
        <a:p>
          <a:endParaRPr lang="en-GB"/>
        </a:p>
      </dgm:t>
    </dgm:pt>
    <dgm:pt modelId="{08677EE6-B6BE-984B-BA81-37C0E9EA8C97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Slides</a:t>
          </a:r>
        </a:p>
      </dgm:t>
    </dgm:pt>
    <dgm:pt modelId="{3587EC20-1895-B142-A6FB-6FB76B4849A2}" type="parTrans" cxnId="{375C5BC2-247B-5E4A-A4D1-40F947528387}">
      <dgm:prSet/>
      <dgm:spPr/>
      <dgm:t>
        <a:bodyPr/>
        <a:lstStyle/>
        <a:p>
          <a:endParaRPr lang="en-GB"/>
        </a:p>
      </dgm:t>
    </dgm:pt>
    <dgm:pt modelId="{D3E38798-4C75-D443-8320-CB6F59FF2B86}" type="sibTrans" cxnId="{375C5BC2-247B-5E4A-A4D1-40F947528387}">
      <dgm:prSet/>
      <dgm:spPr/>
      <dgm:t>
        <a:bodyPr/>
        <a:lstStyle/>
        <a:p>
          <a:endParaRPr lang="en-GB"/>
        </a:p>
      </dgm:t>
    </dgm:pt>
    <dgm:pt modelId="{8922629C-2A74-0E42-9F06-5C62E9D0C323}">
      <dgm:prSet phldr="0" custT="1"/>
      <dgm:spPr>
        <a:solidFill>
          <a:srgbClr val="0E5DA3"/>
        </a:solidFill>
        <a:ln>
          <a:noFill/>
        </a:ln>
      </dgm:spPr>
      <dgm:t>
        <a:bodyPr/>
        <a:lstStyle/>
        <a:p>
          <a:pPr algn="ctr">
            <a:lnSpc>
              <a:spcPct val="90000"/>
            </a:lnSpc>
          </a:pPr>
          <a:r>
            <a:rPr lang="en-US" altLang="zh-CN" sz="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Script</a:t>
          </a:r>
        </a:p>
      </dgm:t>
    </dgm:pt>
    <dgm:pt modelId="{990910F0-32F2-D04D-A069-4C270329DD8D}" type="parTrans" cxnId="{BA99E86C-5293-3248-A905-10B02FC20EA6}">
      <dgm:prSet/>
      <dgm:spPr/>
      <dgm:t>
        <a:bodyPr/>
        <a:lstStyle/>
        <a:p>
          <a:endParaRPr lang="en-GB"/>
        </a:p>
      </dgm:t>
    </dgm:pt>
    <dgm:pt modelId="{0EBB1C4F-59D4-3442-95DB-5213C0B5500F}" type="sibTrans" cxnId="{BA99E86C-5293-3248-A905-10B02FC20EA6}">
      <dgm:prSet/>
      <dgm:spPr/>
      <dgm:t>
        <a:bodyPr/>
        <a:lstStyle/>
        <a:p>
          <a:endParaRPr lang="en-GB"/>
        </a:p>
      </dgm:t>
    </dgm:pt>
    <dgm:pt modelId="{B3CC6E86-A106-7149-B3F8-6688BB76A72E}" type="pres">
      <dgm:prSet presAssocID="{576060C9-4F9C-4633-A8C3-6F32FC224519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2B13AB19-A6CA-6049-AF5E-4D0A466CFDED}" type="pres">
      <dgm:prSet presAssocID="{36E3B70A-2B3C-4CB6-8258-F783A8D947BE}" presName="hierRoot1" presStyleCnt="0">
        <dgm:presLayoutVars>
          <dgm:hierBranch val="init"/>
        </dgm:presLayoutVars>
      </dgm:prSet>
      <dgm:spPr/>
    </dgm:pt>
    <dgm:pt modelId="{5783E2FF-E884-8943-B617-8DA2130695D5}" type="pres">
      <dgm:prSet presAssocID="{36E3B70A-2B3C-4CB6-8258-F783A8D947BE}" presName="rootComposite1" presStyleCnt="0"/>
      <dgm:spPr/>
    </dgm:pt>
    <dgm:pt modelId="{D4221630-E710-F048-B966-422A0399230C}" type="pres">
      <dgm:prSet presAssocID="{36E3B70A-2B3C-4CB6-8258-F783A8D947BE}" presName="rootText1" presStyleLbl="node0" presStyleIdx="0" presStyleCnt="1">
        <dgm:presLayoutVars>
          <dgm:chPref val="3"/>
        </dgm:presLayoutVars>
      </dgm:prSet>
      <dgm:spPr/>
    </dgm:pt>
    <dgm:pt modelId="{98FB891A-4A6A-3148-9C12-5FCEAE58159E}" type="pres">
      <dgm:prSet presAssocID="{36E3B70A-2B3C-4CB6-8258-F783A8D947BE}" presName="rootConnector1" presStyleLbl="node1" presStyleIdx="0" presStyleCnt="0"/>
      <dgm:spPr/>
    </dgm:pt>
    <dgm:pt modelId="{7FF2BE0B-5300-AE4E-BF0B-D8077DCD13A5}" type="pres">
      <dgm:prSet presAssocID="{36E3B70A-2B3C-4CB6-8258-F783A8D947BE}" presName="hierChild2" presStyleCnt="0"/>
      <dgm:spPr/>
    </dgm:pt>
    <dgm:pt modelId="{25A6759D-6494-5747-89DE-41017D631C22}" type="pres">
      <dgm:prSet presAssocID="{47D56DEB-1BD9-431C-A9F1-63D6F6A8099D}" presName="Name37" presStyleLbl="parChTrans1D2" presStyleIdx="0" presStyleCnt="5"/>
      <dgm:spPr/>
    </dgm:pt>
    <dgm:pt modelId="{E52F29F4-B18D-7B47-99B9-60C6F95EC937}" type="pres">
      <dgm:prSet presAssocID="{2D501A6C-CB1C-42AF-A2B4-95A7ADFD6EB8}" presName="hierRoot2" presStyleCnt="0">
        <dgm:presLayoutVars>
          <dgm:hierBranch val="init"/>
        </dgm:presLayoutVars>
      </dgm:prSet>
      <dgm:spPr/>
    </dgm:pt>
    <dgm:pt modelId="{9495E04F-024E-A74A-956A-92A2ABEF89DE}" type="pres">
      <dgm:prSet presAssocID="{2D501A6C-CB1C-42AF-A2B4-95A7ADFD6EB8}" presName="rootComposite" presStyleCnt="0"/>
      <dgm:spPr/>
    </dgm:pt>
    <dgm:pt modelId="{F41FDA9B-C3BD-2A48-8CE5-C771BD0B29C6}" type="pres">
      <dgm:prSet presAssocID="{2D501A6C-CB1C-42AF-A2B4-95A7ADFD6EB8}" presName="rootText" presStyleLbl="node2" presStyleIdx="0" presStyleCnt="5">
        <dgm:presLayoutVars>
          <dgm:chPref val="3"/>
        </dgm:presLayoutVars>
      </dgm:prSet>
      <dgm:spPr/>
    </dgm:pt>
    <dgm:pt modelId="{666A99C3-4620-4F42-B8F8-CC076C517296}" type="pres">
      <dgm:prSet presAssocID="{2D501A6C-CB1C-42AF-A2B4-95A7ADFD6EB8}" presName="rootConnector" presStyleLbl="node2" presStyleIdx="0" presStyleCnt="5"/>
      <dgm:spPr/>
    </dgm:pt>
    <dgm:pt modelId="{FBAD41C1-6C69-2E47-B85E-D9253D4BFA54}" type="pres">
      <dgm:prSet presAssocID="{2D501A6C-CB1C-42AF-A2B4-95A7ADFD6EB8}" presName="hierChild4" presStyleCnt="0"/>
      <dgm:spPr/>
    </dgm:pt>
    <dgm:pt modelId="{3155032F-390A-944F-904E-571CD7ED8FD8}" type="pres">
      <dgm:prSet presAssocID="{1DB38FF9-3325-4F16-A9E6-F84CAFC8FF0F}" presName="Name37" presStyleLbl="parChTrans1D3" presStyleIdx="0" presStyleCnt="12"/>
      <dgm:spPr/>
    </dgm:pt>
    <dgm:pt modelId="{EB441A6B-8CAC-164A-8DA5-4697371C5762}" type="pres">
      <dgm:prSet presAssocID="{5464455F-FE27-4E2B-B770-7475AE342F46}" presName="hierRoot2" presStyleCnt="0">
        <dgm:presLayoutVars>
          <dgm:hierBranch val="init"/>
        </dgm:presLayoutVars>
      </dgm:prSet>
      <dgm:spPr/>
    </dgm:pt>
    <dgm:pt modelId="{60827090-340E-8040-9814-F05152DCFC51}" type="pres">
      <dgm:prSet presAssocID="{5464455F-FE27-4E2B-B770-7475AE342F46}" presName="rootComposite" presStyleCnt="0"/>
      <dgm:spPr/>
    </dgm:pt>
    <dgm:pt modelId="{188680AF-6C00-7341-A604-ED45FAC46111}" type="pres">
      <dgm:prSet presAssocID="{5464455F-FE27-4E2B-B770-7475AE342F46}" presName="rootText" presStyleLbl="node3" presStyleIdx="0" presStyleCnt="12">
        <dgm:presLayoutVars>
          <dgm:chPref val="3"/>
        </dgm:presLayoutVars>
      </dgm:prSet>
      <dgm:spPr/>
    </dgm:pt>
    <dgm:pt modelId="{424F6E4D-91DA-6B43-BE7C-1D8C38ECDD23}" type="pres">
      <dgm:prSet presAssocID="{5464455F-FE27-4E2B-B770-7475AE342F46}" presName="rootConnector" presStyleLbl="node3" presStyleIdx="0" presStyleCnt="12"/>
      <dgm:spPr/>
    </dgm:pt>
    <dgm:pt modelId="{90E6BA0D-B201-E34C-AEBC-EEEA56BB04C4}" type="pres">
      <dgm:prSet presAssocID="{5464455F-FE27-4E2B-B770-7475AE342F46}" presName="hierChild4" presStyleCnt="0"/>
      <dgm:spPr/>
    </dgm:pt>
    <dgm:pt modelId="{95C524F7-7CC2-3C42-B638-674C96488B36}" type="pres">
      <dgm:prSet presAssocID="{9A27FA61-BD83-43D4-A894-AE1B5F6799DC}" presName="Name37" presStyleLbl="parChTrans1D4" presStyleIdx="0" presStyleCnt="11"/>
      <dgm:spPr/>
    </dgm:pt>
    <dgm:pt modelId="{C9A13493-D448-D244-95EE-6331C539173D}" type="pres">
      <dgm:prSet presAssocID="{944D8054-A2B7-4299-B693-A3F41E66066D}" presName="hierRoot2" presStyleCnt="0">
        <dgm:presLayoutVars>
          <dgm:hierBranch val="init"/>
        </dgm:presLayoutVars>
      </dgm:prSet>
      <dgm:spPr/>
    </dgm:pt>
    <dgm:pt modelId="{F2E8BD79-AF39-8A4B-AD29-2D55CF6DAB3E}" type="pres">
      <dgm:prSet presAssocID="{944D8054-A2B7-4299-B693-A3F41E66066D}" presName="rootComposite" presStyleCnt="0"/>
      <dgm:spPr/>
    </dgm:pt>
    <dgm:pt modelId="{22D5829C-91D6-B847-A788-1C5C88CB1936}" type="pres">
      <dgm:prSet presAssocID="{944D8054-A2B7-4299-B693-A3F41E66066D}" presName="rootText" presStyleLbl="node4" presStyleIdx="0" presStyleCnt="11">
        <dgm:presLayoutVars>
          <dgm:chPref val="3"/>
        </dgm:presLayoutVars>
      </dgm:prSet>
      <dgm:spPr/>
    </dgm:pt>
    <dgm:pt modelId="{5AF92C91-12C2-0F46-BD0F-AF925EFEA2F9}" type="pres">
      <dgm:prSet presAssocID="{944D8054-A2B7-4299-B693-A3F41E66066D}" presName="rootConnector" presStyleLbl="node4" presStyleIdx="0" presStyleCnt="11"/>
      <dgm:spPr/>
    </dgm:pt>
    <dgm:pt modelId="{D249B8CB-D487-1840-AAC1-D98A78B2DB00}" type="pres">
      <dgm:prSet presAssocID="{944D8054-A2B7-4299-B693-A3F41E66066D}" presName="hierChild4" presStyleCnt="0"/>
      <dgm:spPr/>
    </dgm:pt>
    <dgm:pt modelId="{1F792D80-EF32-9F4B-8529-4AB252E8ABE8}" type="pres">
      <dgm:prSet presAssocID="{944D8054-A2B7-4299-B693-A3F41E66066D}" presName="hierChild5" presStyleCnt="0"/>
      <dgm:spPr/>
    </dgm:pt>
    <dgm:pt modelId="{B0683231-00E9-1E46-845C-34C9855347CA}" type="pres">
      <dgm:prSet presAssocID="{5464455F-FE27-4E2B-B770-7475AE342F46}" presName="hierChild5" presStyleCnt="0"/>
      <dgm:spPr/>
    </dgm:pt>
    <dgm:pt modelId="{2359D34A-E65D-9A4B-BD4D-627CE1E2B506}" type="pres">
      <dgm:prSet presAssocID="{ED448E46-0EEB-443E-8BA7-D1038693D95C}" presName="Name37" presStyleLbl="parChTrans1D3" presStyleIdx="1" presStyleCnt="12"/>
      <dgm:spPr/>
    </dgm:pt>
    <dgm:pt modelId="{D7227297-A00C-A444-8C48-4E700719FE88}" type="pres">
      <dgm:prSet presAssocID="{62693056-0B0D-4626-992C-051F2E792B18}" presName="hierRoot2" presStyleCnt="0">
        <dgm:presLayoutVars>
          <dgm:hierBranch val="init"/>
        </dgm:presLayoutVars>
      </dgm:prSet>
      <dgm:spPr/>
    </dgm:pt>
    <dgm:pt modelId="{BAAE5346-0E21-8942-A355-8292BA324445}" type="pres">
      <dgm:prSet presAssocID="{62693056-0B0D-4626-992C-051F2E792B18}" presName="rootComposite" presStyleCnt="0"/>
      <dgm:spPr/>
    </dgm:pt>
    <dgm:pt modelId="{16C20232-778C-DB45-9B93-4B91723A9075}" type="pres">
      <dgm:prSet presAssocID="{62693056-0B0D-4626-992C-051F2E792B18}" presName="rootText" presStyleLbl="node3" presStyleIdx="1" presStyleCnt="12">
        <dgm:presLayoutVars>
          <dgm:chPref val="3"/>
        </dgm:presLayoutVars>
      </dgm:prSet>
      <dgm:spPr/>
    </dgm:pt>
    <dgm:pt modelId="{E81D8233-5127-8747-915C-1E71167DD356}" type="pres">
      <dgm:prSet presAssocID="{62693056-0B0D-4626-992C-051F2E792B18}" presName="rootConnector" presStyleLbl="node3" presStyleIdx="1" presStyleCnt="12"/>
      <dgm:spPr/>
    </dgm:pt>
    <dgm:pt modelId="{96AD312A-5A4E-4447-8A42-77526FA18AA1}" type="pres">
      <dgm:prSet presAssocID="{62693056-0B0D-4626-992C-051F2E792B18}" presName="hierChild4" presStyleCnt="0"/>
      <dgm:spPr/>
    </dgm:pt>
    <dgm:pt modelId="{9E716B38-9C36-9C41-B94F-AB319A540941}" type="pres">
      <dgm:prSet presAssocID="{BFB00E75-F2D1-4CB4-B8D1-919071F74C94}" presName="Name37" presStyleLbl="parChTrans1D4" presStyleIdx="1" presStyleCnt="11"/>
      <dgm:spPr/>
    </dgm:pt>
    <dgm:pt modelId="{1468E0A8-88B7-7B4D-8BAE-E2FAE044E815}" type="pres">
      <dgm:prSet presAssocID="{A211AE1B-2D58-430E-81A9-7470B99FFD08}" presName="hierRoot2" presStyleCnt="0">
        <dgm:presLayoutVars>
          <dgm:hierBranch val="init"/>
        </dgm:presLayoutVars>
      </dgm:prSet>
      <dgm:spPr/>
    </dgm:pt>
    <dgm:pt modelId="{719F214B-1CE8-0745-A0B5-373C739E89AD}" type="pres">
      <dgm:prSet presAssocID="{A211AE1B-2D58-430E-81A9-7470B99FFD08}" presName="rootComposite" presStyleCnt="0"/>
      <dgm:spPr/>
    </dgm:pt>
    <dgm:pt modelId="{BEB93EBC-F542-254B-9C46-50712A062B21}" type="pres">
      <dgm:prSet presAssocID="{A211AE1B-2D58-430E-81A9-7470B99FFD08}" presName="rootText" presStyleLbl="node4" presStyleIdx="1" presStyleCnt="11">
        <dgm:presLayoutVars>
          <dgm:chPref val="3"/>
        </dgm:presLayoutVars>
      </dgm:prSet>
      <dgm:spPr/>
    </dgm:pt>
    <dgm:pt modelId="{A6411A2A-115D-BF47-950C-29108CA65767}" type="pres">
      <dgm:prSet presAssocID="{A211AE1B-2D58-430E-81A9-7470B99FFD08}" presName="rootConnector" presStyleLbl="node4" presStyleIdx="1" presStyleCnt="11"/>
      <dgm:spPr/>
    </dgm:pt>
    <dgm:pt modelId="{48526E0A-CFAD-E24C-9701-9B3629AEFF12}" type="pres">
      <dgm:prSet presAssocID="{A211AE1B-2D58-430E-81A9-7470B99FFD08}" presName="hierChild4" presStyleCnt="0"/>
      <dgm:spPr/>
    </dgm:pt>
    <dgm:pt modelId="{A3EE5BDA-9FE0-DE44-A196-C6BA90FC3BA4}" type="pres">
      <dgm:prSet presAssocID="{A211AE1B-2D58-430E-81A9-7470B99FFD08}" presName="hierChild5" presStyleCnt="0"/>
      <dgm:spPr/>
    </dgm:pt>
    <dgm:pt modelId="{25C3C468-6F2A-F540-B390-8BA4E3C71257}" type="pres">
      <dgm:prSet presAssocID="{8180F4DF-4810-4E67-9CAB-CCD290DBCE0F}" presName="Name37" presStyleLbl="parChTrans1D4" presStyleIdx="2" presStyleCnt="11"/>
      <dgm:spPr/>
    </dgm:pt>
    <dgm:pt modelId="{9E39C45C-2F15-0343-BF10-BEF14F08F9C7}" type="pres">
      <dgm:prSet presAssocID="{0DDEBA6E-DCFC-429B-A5C1-488212499341}" presName="hierRoot2" presStyleCnt="0">
        <dgm:presLayoutVars>
          <dgm:hierBranch val="init"/>
        </dgm:presLayoutVars>
      </dgm:prSet>
      <dgm:spPr/>
    </dgm:pt>
    <dgm:pt modelId="{42F1A350-DD23-A547-B54F-7FC421CEBE89}" type="pres">
      <dgm:prSet presAssocID="{0DDEBA6E-DCFC-429B-A5C1-488212499341}" presName="rootComposite" presStyleCnt="0"/>
      <dgm:spPr/>
    </dgm:pt>
    <dgm:pt modelId="{AD3E502A-CEF8-8C46-9A0E-33AE819D4CFD}" type="pres">
      <dgm:prSet presAssocID="{0DDEBA6E-DCFC-429B-A5C1-488212499341}" presName="rootText" presStyleLbl="node4" presStyleIdx="2" presStyleCnt="11">
        <dgm:presLayoutVars>
          <dgm:chPref val="3"/>
        </dgm:presLayoutVars>
      </dgm:prSet>
      <dgm:spPr/>
    </dgm:pt>
    <dgm:pt modelId="{E29C5DD0-CC6C-604B-9F94-7BDC706FC3BF}" type="pres">
      <dgm:prSet presAssocID="{0DDEBA6E-DCFC-429B-A5C1-488212499341}" presName="rootConnector" presStyleLbl="node4" presStyleIdx="2" presStyleCnt="11"/>
      <dgm:spPr/>
    </dgm:pt>
    <dgm:pt modelId="{B43AFAA9-3CEF-684D-9A91-A3C41EA32868}" type="pres">
      <dgm:prSet presAssocID="{0DDEBA6E-DCFC-429B-A5C1-488212499341}" presName="hierChild4" presStyleCnt="0"/>
      <dgm:spPr/>
    </dgm:pt>
    <dgm:pt modelId="{5ACD8956-3E71-9D42-864F-7B09AA30F951}" type="pres">
      <dgm:prSet presAssocID="{0DDEBA6E-DCFC-429B-A5C1-488212499341}" presName="hierChild5" presStyleCnt="0"/>
      <dgm:spPr/>
    </dgm:pt>
    <dgm:pt modelId="{93C91EA0-906A-0B42-BDA7-76F23FC9990D}" type="pres">
      <dgm:prSet presAssocID="{62693056-0B0D-4626-992C-051F2E792B18}" presName="hierChild5" presStyleCnt="0"/>
      <dgm:spPr/>
    </dgm:pt>
    <dgm:pt modelId="{A10046BD-F451-0842-BC8E-A152A4686E36}" type="pres">
      <dgm:prSet presAssocID="{2D501A6C-CB1C-42AF-A2B4-95A7ADFD6EB8}" presName="hierChild5" presStyleCnt="0"/>
      <dgm:spPr/>
    </dgm:pt>
    <dgm:pt modelId="{2E579998-9B69-0543-85E1-73EAB6D33A2A}" type="pres">
      <dgm:prSet presAssocID="{2905B16C-77D4-4CB9-8BFC-781286174F38}" presName="Name37" presStyleLbl="parChTrans1D2" presStyleIdx="1" presStyleCnt="5"/>
      <dgm:spPr/>
    </dgm:pt>
    <dgm:pt modelId="{42566339-8AC1-5649-A82C-391B1F34554A}" type="pres">
      <dgm:prSet presAssocID="{E19E024F-CBA0-486F-8154-B476C77F0020}" presName="hierRoot2" presStyleCnt="0">
        <dgm:presLayoutVars>
          <dgm:hierBranch val="init"/>
        </dgm:presLayoutVars>
      </dgm:prSet>
      <dgm:spPr/>
    </dgm:pt>
    <dgm:pt modelId="{57A90AC1-FD75-E742-B363-7EF7AC6FD8C2}" type="pres">
      <dgm:prSet presAssocID="{E19E024F-CBA0-486F-8154-B476C77F0020}" presName="rootComposite" presStyleCnt="0"/>
      <dgm:spPr/>
    </dgm:pt>
    <dgm:pt modelId="{2813604D-BFB9-F543-A968-A645EE0E27B8}" type="pres">
      <dgm:prSet presAssocID="{E19E024F-CBA0-486F-8154-B476C77F0020}" presName="rootText" presStyleLbl="node2" presStyleIdx="1" presStyleCnt="5">
        <dgm:presLayoutVars>
          <dgm:chPref val="3"/>
        </dgm:presLayoutVars>
      </dgm:prSet>
      <dgm:spPr/>
    </dgm:pt>
    <dgm:pt modelId="{E98C4352-AF9A-9744-9AF4-B373A55DA0F4}" type="pres">
      <dgm:prSet presAssocID="{E19E024F-CBA0-486F-8154-B476C77F0020}" presName="rootConnector" presStyleLbl="node2" presStyleIdx="1" presStyleCnt="5"/>
      <dgm:spPr/>
    </dgm:pt>
    <dgm:pt modelId="{B3EDB504-7ABE-A545-8779-D16A013F2E7A}" type="pres">
      <dgm:prSet presAssocID="{E19E024F-CBA0-486F-8154-B476C77F0020}" presName="hierChild4" presStyleCnt="0"/>
      <dgm:spPr/>
    </dgm:pt>
    <dgm:pt modelId="{1984CD67-38DA-0844-AD81-C4924FCD9C37}" type="pres">
      <dgm:prSet presAssocID="{5942B258-29FD-4AB2-923C-2F985D439EC7}" presName="Name37" presStyleLbl="parChTrans1D3" presStyleIdx="2" presStyleCnt="12"/>
      <dgm:spPr/>
    </dgm:pt>
    <dgm:pt modelId="{F0E03BB5-A804-B547-9639-9D61A7043796}" type="pres">
      <dgm:prSet presAssocID="{009318C8-8591-4C1B-891A-490442B47FAF}" presName="hierRoot2" presStyleCnt="0">
        <dgm:presLayoutVars>
          <dgm:hierBranch val="init"/>
        </dgm:presLayoutVars>
      </dgm:prSet>
      <dgm:spPr/>
    </dgm:pt>
    <dgm:pt modelId="{F932CBEB-11DD-A645-B121-C6FE8E1758E9}" type="pres">
      <dgm:prSet presAssocID="{009318C8-8591-4C1B-891A-490442B47FAF}" presName="rootComposite" presStyleCnt="0"/>
      <dgm:spPr/>
    </dgm:pt>
    <dgm:pt modelId="{E58435D3-0FCA-AA42-B6B6-022BD559EE4E}" type="pres">
      <dgm:prSet presAssocID="{009318C8-8591-4C1B-891A-490442B47FAF}" presName="rootText" presStyleLbl="node3" presStyleIdx="2" presStyleCnt="12">
        <dgm:presLayoutVars>
          <dgm:chPref val="3"/>
        </dgm:presLayoutVars>
      </dgm:prSet>
      <dgm:spPr/>
    </dgm:pt>
    <dgm:pt modelId="{D2053896-8830-5F40-A7FF-315D6F629D4E}" type="pres">
      <dgm:prSet presAssocID="{009318C8-8591-4C1B-891A-490442B47FAF}" presName="rootConnector" presStyleLbl="node3" presStyleIdx="2" presStyleCnt="12"/>
      <dgm:spPr/>
    </dgm:pt>
    <dgm:pt modelId="{96C7B5CF-3A41-2544-B92C-4A1648E08DCC}" type="pres">
      <dgm:prSet presAssocID="{009318C8-8591-4C1B-891A-490442B47FAF}" presName="hierChild4" presStyleCnt="0"/>
      <dgm:spPr/>
    </dgm:pt>
    <dgm:pt modelId="{4FCDF3C8-FF17-D842-BCD8-E4EA715337C0}" type="pres">
      <dgm:prSet presAssocID="{96DF1B58-6C96-457F-B9C5-CA7F883CA9C3}" presName="Name37" presStyleLbl="parChTrans1D4" presStyleIdx="3" presStyleCnt="11"/>
      <dgm:spPr/>
    </dgm:pt>
    <dgm:pt modelId="{6C253317-CAEE-3846-BC01-474C50ACAC4F}" type="pres">
      <dgm:prSet presAssocID="{D87E956D-0547-4128-AFF1-BD73C88E3683}" presName="hierRoot2" presStyleCnt="0">
        <dgm:presLayoutVars>
          <dgm:hierBranch val="init"/>
        </dgm:presLayoutVars>
      </dgm:prSet>
      <dgm:spPr/>
    </dgm:pt>
    <dgm:pt modelId="{18958359-2640-B647-8A97-B98D8B176D0B}" type="pres">
      <dgm:prSet presAssocID="{D87E956D-0547-4128-AFF1-BD73C88E3683}" presName="rootComposite" presStyleCnt="0"/>
      <dgm:spPr/>
    </dgm:pt>
    <dgm:pt modelId="{64473842-1E19-724C-B6B6-F4841C98F7CF}" type="pres">
      <dgm:prSet presAssocID="{D87E956D-0547-4128-AFF1-BD73C88E3683}" presName="rootText" presStyleLbl="node4" presStyleIdx="3" presStyleCnt="11">
        <dgm:presLayoutVars>
          <dgm:chPref val="3"/>
        </dgm:presLayoutVars>
      </dgm:prSet>
      <dgm:spPr/>
    </dgm:pt>
    <dgm:pt modelId="{4998B931-5A60-1549-93A9-9BFF5C3B3942}" type="pres">
      <dgm:prSet presAssocID="{D87E956D-0547-4128-AFF1-BD73C88E3683}" presName="rootConnector" presStyleLbl="node4" presStyleIdx="3" presStyleCnt="11"/>
      <dgm:spPr/>
    </dgm:pt>
    <dgm:pt modelId="{65B81589-CA79-5A42-A7DB-2394F7BFC597}" type="pres">
      <dgm:prSet presAssocID="{D87E956D-0547-4128-AFF1-BD73C88E3683}" presName="hierChild4" presStyleCnt="0"/>
      <dgm:spPr/>
    </dgm:pt>
    <dgm:pt modelId="{52D0EC79-7DD7-6247-866B-FA6CD05441DB}" type="pres">
      <dgm:prSet presAssocID="{D87E956D-0547-4128-AFF1-BD73C88E3683}" presName="hierChild5" presStyleCnt="0"/>
      <dgm:spPr/>
    </dgm:pt>
    <dgm:pt modelId="{D92A5CE7-2ACC-2845-8DA7-E70E5D7362E9}" type="pres">
      <dgm:prSet presAssocID="{009318C8-8591-4C1B-891A-490442B47FAF}" presName="hierChild5" presStyleCnt="0"/>
      <dgm:spPr/>
    </dgm:pt>
    <dgm:pt modelId="{F8A5D78E-C875-FD4F-84F5-B9725C30EF2A}" type="pres">
      <dgm:prSet presAssocID="{2EF0AAD6-7F59-4A6B-A71D-0B0DF363F5B2}" presName="Name37" presStyleLbl="parChTrans1D3" presStyleIdx="3" presStyleCnt="12"/>
      <dgm:spPr/>
    </dgm:pt>
    <dgm:pt modelId="{2C16D943-B4CD-CF4C-94E6-34F0D73CFB18}" type="pres">
      <dgm:prSet presAssocID="{C4CA07C3-E713-4CD5-8BC0-C3536C8A44AA}" presName="hierRoot2" presStyleCnt="0">
        <dgm:presLayoutVars>
          <dgm:hierBranch val="init"/>
        </dgm:presLayoutVars>
      </dgm:prSet>
      <dgm:spPr/>
    </dgm:pt>
    <dgm:pt modelId="{7B3EFEBE-19B3-D04C-9AC4-AE050884AD8F}" type="pres">
      <dgm:prSet presAssocID="{C4CA07C3-E713-4CD5-8BC0-C3536C8A44AA}" presName="rootComposite" presStyleCnt="0"/>
      <dgm:spPr/>
    </dgm:pt>
    <dgm:pt modelId="{89903A51-E55B-0642-9F70-F37B24DFB602}" type="pres">
      <dgm:prSet presAssocID="{C4CA07C3-E713-4CD5-8BC0-C3536C8A44AA}" presName="rootText" presStyleLbl="node3" presStyleIdx="3" presStyleCnt="12">
        <dgm:presLayoutVars>
          <dgm:chPref val="3"/>
        </dgm:presLayoutVars>
      </dgm:prSet>
      <dgm:spPr/>
    </dgm:pt>
    <dgm:pt modelId="{4A8744F0-F258-6B4D-9D63-512FE286F755}" type="pres">
      <dgm:prSet presAssocID="{C4CA07C3-E713-4CD5-8BC0-C3536C8A44AA}" presName="rootConnector" presStyleLbl="node3" presStyleIdx="3" presStyleCnt="12"/>
      <dgm:spPr/>
    </dgm:pt>
    <dgm:pt modelId="{90DE28CB-1646-5142-A765-B0CF0B0C7A77}" type="pres">
      <dgm:prSet presAssocID="{C4CA07C3-E713-4CD5-8BC0-C3536C8A44AA}" presName="hierChild4" presStyleCnt="0"/>
      <dgm:spPr/>
    </dgm:pt>
    <dgm:pt modelId="{2C1C2671-FFF8-4140-8323-29BCF59666B1}" type="pres">
      <dgm:prSet presAssocID="{829EEEF6-E0FC-4E2A-B21E-EE176E5A1308}" presName="Name37" presStyleLbl="parChTrans1D4" presStyleIdx="4" presStyleCnt="11"/>
      <dgm:spPr/>
    </dgm:pt>
    <dgm:pt modelId="{A966AE84-B11C-624C-B4EA-CC1412048A0D}" type="pres">
      <dgm:prSet presAssocID="{D69A1BCA-7F2E-4B66-AD87-7F8F5F0E7127}" presName="hierRoot2" presStyleCnt="0">
        <dgm:presLayoutVars>
          <dgm:hierBranch val="init"/>
        </dgm:presLayoutVars>
      </dgm:prSet>
      <dgm:spPr/>
    </dgm:pt>
    <dgm:pt modelId="{8E3B4AFE-73DF-084B-85B3-1EE7478793B8}" type="pres">
      <dgm:prSet presAssocID="{D69A1BCA-7F2E-4B66-AD87-7F8F5F0E7127}" presName="rootComposite" presStyleCnt="0"/>
      <dgm:spPr/>
    </dgm:pt>
    <dgm:pt modelId="{40745BC9-AD24-FF47-8BD8-F16FD569A5A7}" type="pres">
      <dgm:prSet presAssocID="{D69A1BCA-7F2E-4B66-AD87-7F8F5F0E7127}" presName="rootText" presStyleLbl="node4" presStyleIdx="4" presStyleCnt="11">
        <dgm:presLayoutVars>
          <dgm:chPref val="3"/>
        </dgm:presLayoutVars>
      </dgm:prSet>
      <dgm:spPr/>
    </dgm:pt>
    <dgm:pt modelId="{0655818A-889A-A544-9DFC-8AFFE9D9CD28}" type="pres">
      <dgm:prSet presAssocID="{D69A1BCA-7F2E-4B66-AD87-7F8F5F0E7127}" presName="rootConnector" presStyleLbl="node4" presStyleIdx="4" presStyleCnt="11"/>
      <dgm:spPr/>
    </dgm:pt>
    <dgm:pt modelId="{7A9F1644-3A13-7040-8F85-3F98CF80F68B}" type="pres">
      <dgm:prSet presAssocID="{D69A1BCA-7F2E-4B66-AD87-7F8F5F0E7127}" presName="hierChild4" presStyleCnt="0"/>
      <dgm:spPr/>
    </dgm:pt>
    <dgm:pt modelId="{78BB2F70-A077-E149-9E75-F38ADB124C44}" type="pres">
      <dgm:prSet presAssocID="{D69A1BCA-7F2E-4B66-AD87-7F8F5F0E7127}" presName="hierChild5" presStyleCnt="0"/>
      <dgm:spPr/>
    </dgm:pt>
    <dgm:pt modelId="{7F285808-3179-DC4E-B085-0E78BF4D19CC}" type="pres">
      <dgm:prSet presAssocID="{A907B150-ED25-4992-87D3-BE0B10E5A6F1}" presName="Name37" presStyleLbl="parChTrans1D4" presStyleIdx="5" presStyleCnt="11"/>
      <dgm:spPr/>
    </dgm:pt>
    <dgm:pt modelId="{57CB51E9-5C74-FF49-A13C-1C796493706A}" type="pres">
      <dgm:prSet presAssocID="{4A020AB9-1CB9-4A73-A69B-DF30A6A8FD18}" presName="hierRoot2" presStyleCnt="0">
        <dgm:presLayoutVars>
          <dgm:hierBranch val="init"/>
        </dgm:presLayoutVars>
      </dgm:prSet>
      <dgm:spPr/>
    </dgm:pt>
    <dgm:pt modelId="{001D67D0-87ED-3B41-99EB-CE3B01B218C7}" type="pres">
      <dgm:prSet presAssocID="{4A020AB9-1CB9-4A73-A69B-DF30A6A8FD18}" presName="rootComposite" presStyleCnt="0"/>
      <dgm:spPr/>
    </dgm:pt>
    <dgm:pt modelId="{2A17CC5D-82B9-1346-83C3-1D6EED6232AC}" type="pres">
      <dgm:prSet presAssocID="{4A020AB9-1CB9-4A73-A69B-DF30A6A8FD18}" presName="rootText" presStyleLbl="node4" presStyleIdx="5" presStyleCnt="11">
        <dgm:presLayoutVars>
          <dgm:chPref val="3"/>
        </dgm:presLayoutVars>
      </dgm:prSet>
      <dgm:spPr/>
    </dgm:pt>
    <dgm:pt modelId="{0B507A11-D6D0-2E45-8B8A-B7998A5049FC}" type="pres">
      <dgm:prSet presAssocID="{4A020AB9-1CB9-4A73-A69B-DF30A6A8FD18}" presName="rootConnector" presStyleLbl="node4" presStyleIdx="5" presStyleCnt="11"/>
      <dgm:spPr/>
    </dgm:pt>
    <dgm:pt modelId="{0908345D-DA9C-4144-BFFC-B82E832EDAD1}" type="pres">
      <dgm:prSet presAssocID="{4A020AB9-1CB9-4A73-A69B-DF30A6A8FD18}" presName="hierChild4" presStyleCnt="0"/>
      <dgm:spPr/>
    </dgm:pt>
    <dgm:pt modelId="{DD653C76-EE14-CE40-A30E-3A3B738BC17E}" type="pres">
      <dgm:prSet presAssocID="{4A020AB9-1CB9-4A73-A69B-DF30A6A8FD18}" presName="hierChild5" presStyleCnt="0"/>
      <dgm:spPr/>
    </dgm:pt>
    <dgm:pt modelId="{E28DE98D-81FC-E44B-BC38-438DBDA44E90}" type="pres">
      <dgm:prSet presAssocID="{8220A022-C4EE-4414-B698-81EB803A3339}" presName="Name37" presStyleLbl="parChTrans1D4" presStyleIdx="6" presStyleCnt="11"/>
      <dgm:spPr/>
    </dgm:pt>
    <dgm:pt modelId="{27E0A3AE-6817-E241-9784-B637E3873649}" type="pres">
      <dgm:prSet presAssocID="{CC309443-3AE2-4840-BF6D-742DD89C02B0}" presName="hierRoot2" presStyleCnt="0">
        <dgm:presLayoutVars>
          <dgm:hierBranch val="init"/>
        </dgm:presLayoutVars>
      </dgm:prSet>
      <dgm:spPr/>
    </dgm:pt>
    <dgm:pt modelId="{0C087E21-A1E7-7E4F-B577-0B4DD571BEC1}" type="pres">
      <dgm:prSet presAssocID="{CC309443-3AE2-4840-BF6D-742DD89C02B0}" presName="rootComposite" presStyleCnt="0"/>
      <dgm:spPr/>
    </dgm:pt>
    <dgm:pt modelId="{98E4F4F8-66F1-4C41-9C3F-C1C52DBF6CE7}" type="pres">
      <dgm:prSet presAssocID="{CC309443-3AE2-4840-BF6D-742DD89C02B0}" presName="rootText" presStyleLbl="node4" presStyleIdx="6" presStyleCnt="11">
        <dgm:presLayoutVars>
          <dgm:chPref val="3"/>
        </dgm:presLayoutVars>
      </dgm:prSet>
      <dgm:spPr/>
    </dgm:pt>
    <dgm:pt modelId="{8CAA17DB-7947-8647-9FCA-7E5D567EABA5}" type="pres">
      <dgm:prSet presAssocID="{CC309443-3AE2-4840-BF6D-742DD89C02B0}" presName="rootConnector" presStyleLbl="node4" presStyleIdx="6" presStyleCnt="11"/>
      <dgm:spPr/>
    </dgm:pt>
    <dgm:pt modelId="{A0013051-7785-464B-9C04-D5B94134B911}" type="pres">
      <dgm:prSet presAssocID="{CC309443-3AE2-4840-BF6D-742DD89C02B0}" presName="hierChild4" presStyleCnt="0"/>
      <dgm:spPr/>
    </dgm:pt>
    <dgm:pt modelId="{EAE2C3EF-BB63-AD42-85CD-A7006671865C}" type="pres">
      <dgm:prSet presAssocID="{CC309443-3AE2-4840-BF6D-742DD89C02B0}" presName="hierChild5" presStyleCnt="0"/>
      <dgm:spPr/>
    </dgm:pt>
    <dgm:pt modelId="{1AAD237C-2F90-5146-95DB-12B4140926FB}" type="pres">
      <dgm:prSet presAssocID="{C4CA07C3-E713-4CD5-8BC0-C3536C8A44AA}" presName="hierChild5" presStyleCnt="0"/>
      <dgm:spPr/>
    </dgm:pt>
    <dgm:pt modelId="{ADCB3FD1-AB5E-4B41-8832-79408B5599E7}" type="pres">
      <dgm:prSet presAssocID="{E19E024F-CBA0-486F-8154-B476C77F0020}" presName="hierChild5" presStyleCnt="0"/>
      <dgm:spPr/>
    </dgm:pt>
    <dgm:pt modelId="{AB22D78F-F0F5-4F48-9B0A-A11467F11BE9}" type="pres">
      <dgm:prSet presAssocID="{D90D2432-F9DF-F94C-AB99-D88B6AB1D78A}" presName="Name37" presStyleLbl="parChTrans1D2" presStyleIdx="2" presStyleCnt="5"/>
      <dgm:spPr/>
    </dgm:pt>
    <dgm:pt modelId="{E80B3A96-D910-9040-BA45-02853626DD1C}" type="pres">
      <dgm:prSet presAssocID="{4935635D-6290-E342-AC42-7EB96C103085}" presName="hierRoot2" presStyleCnt="0">
        <dgm:presLayoutVars>
          <dgm:hierBranch val="init"/>
        </dgm:presLayoutVars>
      </dgm:prSet>
      <dgm:spPr/>
    </dgm:pt>
    <dgm:pt modelId="{32F7A3BC-A877-8540-83F7-4AFAE3A82A40}" type="pres">
      <dgm:prSet presAssocID="{4935635D-6290-E342-AC42-7EB96C103085}" presName="rootComposite" presStyleCnt="0"/>
      <dgm:spPr/>
    </dgm:pt>
    <dgm:pt modelId="{90C2E529-CBE4-434F-8A45-34F63337B1A9}" type="pres">
      <dgm:prSet presAssocID="{4935635D-6290-E342-AC42-7EB96C103085}" presName="rootText" presStyleLbl="node2" presStyleIdx="2" presStyleCnt="5">
        <dgm:presLayoutVars>
          <dgm:chPref val="3"/>
        </dgm:presLayoutVars>
      </dgm:prSet>
      <dgm:spPr/>
    </dgm:pt>
    <dgm:pt modelId="{DC1B58BD-AC5A-E140-97FB-55510F166730}" type="pres">
      <dgm:prSet presAssocID="{4935635D-6290-E342-AC42-7EB96C103085}" presName="rootConnector" presStyleLbl="node2" presStyleIdx="2" presStyleCnt="5"/>
      <dgm:spPr/>
    </dgm:pt>
    <dgm:pt modelId="{CB3060A2-DDD8-684B-8A00-897476BB05E9}" type="pres">
      <dgm:prSet presAssocID="{4935635D-6290-E342-AC42-7EB96C103085}" presName="hierChild4" presStyleCnt="0"/>
      <dgm:spPr/>
    </dgm:pt>
    <dgm:pt modelId="{4CF7AC00-C297-E04D-9AB7-3FCE5DAF37C6}" type="pres">
      <dgm:prSet presAssocID="{76465EB5-71E2-2E48-B345-3D15874D6857}" presName="Name37" presStyleLbl="parChTrans1D3" presStyleIdx="4" presStyleCnt="12"/>
      <dgm:spPr/>
    </dgm:pt>
    <dgm:pt modelId="{EAAAA9AB-9013-674F-8191-0F7C89D9C590}" type="pres">
      <dgm:prSet presAssocID="{4C2E48C8-806B-564D-AAE0-13CE2843B399}" presName="hierRoot2" presStyleCnt="0">
        <dgm:presLayoutVars>
          <dgm:hierBranch val="init"/>
        </dgm:presLayoutVars>
      </dgm:prSet>
      <dgm:spPr/>
    </dgm:pt>
    <dgm:pt modelId="{A5468B3A-94F6-CB40-8BD9-3AF01CA741C4}" type="pres">
      <dgm:prSet presAssocID="{4C2E48C8-806B-564D-AAE0-13CE2843B399}" presName="rootComposite" presStyleCnt="0"/>
      <dgm:spPr/>
    </dgm:pt>
    <dgm:pt modelId="{FEB8C0D2-544A-F449-A6BB-420E0DCA112E}" type="pres">
      <dgm:prSet presAssocID="{4C2E48C8-806B-564D-AAE0-13CE2843B399}" presName="rootText" presStyleLbl="node3" presStyleIdx="4" presStyleCnt="12">
        <dgm:presLayoutVars>
          <dgm:chPref val="3"/>
        </dgm:presLayoutVars>
      </dgm:prSet>
      <dgm:spPr/>
    </dgm:pt>
    <dgm:pt modelId="{53093C6E-2210-3C4D-8F45-0E21AC4B221F}" type="pres">
      <dgm:prSet presAssocID="{4C2E48C8-806B-564D-AAE0-13CE2843B399}" presName="rootConnector" presStyleLbl="node3" presStyleIdx="4" presStyleCnt="12"/>
      <dgm:spPr/>
    </dgm:pt>
    <dgm:pt modelId="{B78A0B1D-8801-8648-BD54-C43554CFC656}" type="pres">
      <dgm:prSet presAssocID="{4C2E48C8-806B-564D-AAE0-13CE2843B399}" presName="hierChild4" presStyleCnt="0"/>
      <dgm:spPr/>
    </dgm:pt>
    <dgm:pt modelId="{CE73724B-E95B-B642-8C3B-FF87050FEFA9}" type="pres">
      <dgm:prSet presAssocID="{4C2E48C8-806B-564D-AAE0-13CE2843B399}" presName="hierChild5" presStyleCnt="0"/>
      <dgm:spPr/>
    </dgm:pt>
    <dgm:pt modelId="{2E9ED22D-EA2D-FB4F-A67C-25B410A7438F}" type="pres">
      <dgm:prSet presAssocID="{E6A8756B-2033-414F-A46C-D2A5DE2D46EF}" presName="Name37" presStyleLbl="parChTrans1D3" presStyleIdx="5" presStyleCnt="12"/>
      <dgm:spPr/>
    </dgm:pt>
    <dgm:pt modelId="{07B94BD2-7F09-1043-ACC5-214BDBB4C4B1}" type="pres">
      <dgm:prSet presAssocID="{1E4A938C-2DB0-2748-9958-FD6F547A29A9}" presName="hierRoot2" presStyleCnt="0">
        <dgm:presLayoutVars>
          <dgm:hierBranch val="init"/>
        </dgm:presLayoutVars>
      </dgm:prSet>
      <dgm:spPr/>
    </dgm:pt>
    <dgm:pt modelId="{03916EBF-CA43-F347-91C9-9C4199AA145D}" type="pres">
      <dgm:prSet presAssocID="{1E4A938C-2DB0-2748-9958-FD6F547A29A9}" presName="rootComposite" presStyleCnt="0"/>
      <dgm:spPr/>
    </dgm:pt>
    <dgm:pt modelId="{F2FF416D-2017-A542-B614-0319E3134CD9}" type="pres">
      <dgm:prSet presAssocID="{1E4A938C-2DB0-2748-9958-FD6F547A29A9}" presName="rootText" presStyleLbl="node3" presStyleIdx="5" presStyleCnt="12">
        <dgm:presLayoutVars>
          <dgm:chPref val="3"/>
        </dgm:presLayoutVars>
      </dgm:prSet>
      <dgm:spPr/>
    </dgm:pt>
    <dgm:pt modelId="{8979581D-4426-7B49-8F15-9F1E46D808DF}" type="pres">
      <dgm:prSet presAssocID="{1E4A938C-2DB0-2748-9958-FD6F547A29A9}" presName="rootConnector" presStyleLbl="node3" presStyleIdx="5" presStyleCnt="12"/>
      <dgm:spPr/>
    </dgm:pt>
    <dgm:pt modelId="{3AD6F4C3-0E93-0642-A0D1-610816EBFAE4}" type="pres">
      <dgm:prSet presAssocID="{1E4A938C-2DB0-2748-9958-FD6F547A29A9}" presName="hierChild4" presStyleCnt="0"/>
      <dgm:spPr/>
    </dgm:pt>
    <dgm:pt modelId="{E4DA7B16-786F-FD4C-B4B0-24C8EBDBE652}" type="pres">
      <dgm:prSet presAssocID="{1E4A938C-2DB0-2748-9958-FD6F547A29A9}" presName="hierChild5" presStyleCnt="0"/>
      <dgm:spPr/>
    </dgm:pt>
    <dgm:pt modelId="{4A679FD4-46E0-024F-8799-BD01882421BC}" type="pres">
      <dgm:prSet presAssocID="{4935635D-6290-E342-AC42-7EB96C103085}" presName="hierChild5" presStyleCnt="0"/>
      <dgm:spPr/>
    </dgm:pt>
    <dgm:pt modelId="{5E600FE0-2E23-874D-8FC4-36E91BF8FEDC}" type="pres">
      <dgm:prSet presAssocID="{0D0B9606-216B-5446-AE86-D2987E861FB7}" presName="Name37" presStyleLbl="parChTrans1D2" presStyleIdx="3" presStyleCnt="5"/>
      <dgm:spPr/>
    </dgm:pt>
    <dgm:pt modelId="{2C8C3827-B487-1D4D-86DF-0C36603632A7}" type="pres">
      <dgm:prSet presAssocID="{EE621C62-7830-CD42-8DD0-59B3980C63A7}" presName="hierRoot2" presStyleCnt="0">
        <dgm:presLayoutVars>
          <dgm:hierBranch val="init"/>
        </dgm:presLayoutVars>
      </dgm:prSet>
      <dgm:spPr/>
    </dgm:pt>
    <dgm:pt modelId="{46D7C0AF-2081-F94F-8789-A709F519BD1E}" type="pres">
      <dgm:prSet presAssocID="{EE621C62-7830-CD42-8DD0-59B3980C63A7}" presName="rootComposite" presStyleCnt="0"/>
      <dgm:spPr/>
    </dgm:pt>
    <dgm:pt modelId="{EEF5958D-735D-574C-996E-2A32583F8BE9}" type="pres">
      <dgm:prSet presAssocID="{EE621C62-7830-CD42-8DD0-59B3980C63A7}" presName="rootText" presStyleLbl="node2" presStyleIdx="3" presStyleCnt="5">
        <dgm:presLayoutVars>
          <dgm:chPref val="3"/>
        </dgm:presLayoutVars>
      </dgm:prSet>
      <dgm:spPr/>
    </dgm:pt>
    <dgm:pt modelId="{1619E982-88E7-E740-89A2-0AE74750800D}" type="pres">
      <dgm:prSet presAssocID="{EE621C62-7830-CD42-8DD0-59B3980C63A7}" presName="rootConnector" presStyleLbl="node2" presStyleIdx="3" presStyleCnt="5"/>
      <dgm:spPr/>
    </dgm:pt>
    <dgm:pt modelId="{E6A2E5D0-1755-1D46-994F-F778E4E96EBD}" type="pres">
      <dgm:prSet presAssocID="{EE621C62-7830-CD42-8DD0-59B3980C63A7}" presName="hierChild4" presStyleCnt="0"/>
      <dgm:spPr/>
    </dgm:pt>
    <dgm:pt modelId="{799CE8F9-0F5E-C549-A81A-9B34DE4F0505}" type="pres">
      <dgm:prSet presAssocID="{AC37794C-610F-1A4D-BB98-30D8E24CF56C}" presName="Name37" presStyleLbl="parChTrans1D3" presStyleIdx="6" presStyleCnt="12"/>
      <dgm:spPr/>
    </dgm:pt>
    <dgm:pt modelId="{F252410A-FB53-FC4D-9D28-16B41E221AA9}" type="pres">
      <dgm:prSet presAssocID="{ACF22522-8B95-3F4E-B3A3-B0A2ED259E5D}" presName="hierRoot2" presStyleCnt="0">
        <dgm:presLayoutVars>
          <dgm:hierBranch val="init"/>
        </dgm:presLayoutVars>
      </dgm:prSet>
      <dgm:spPr/>
    </dgm:pt>
    <dgm:pt modelId="{D04C9930-352F-D349-8F23-1BD3DAF5A6A2}" type="pres">
      <dgm:prSet presAssocID="{ACF22522-8B95-3F4E-B3A3-B0A2ED259E5D}" presName="rootComposite" presStyleCnt="0"/>
      <dgm:spPr/>
    </dgm:pt>
    <dgm:pt modelId="{4361DBCB-60C2-1444-B9B2-88345890249D}" type="pres">
      <dgm:prSet presAssocID="{ACF22522-8B95-3F4E-B3A3-B0A2ED259E5D}" presName="rootText" presStyleLbl="node3" presStyleIdx="6" presStyleCnt="12">
        <dgm:presLayoutVars>
          <dgm:chPref val="3"/>
        </dgm:presLayoutVars>
      </dgm:prSet>
      <dgm:spPr/>
    </dgm:pt>
    <dgm:pt modelId="{4ED93660-227D-D044-9998-917FFA3B320A}" type="pres">
      <dgm:prSet presAssocID="{ACF22522-8B95-3F4E-B3A3-B0A2ED259E5D}" presName="rootConnector" presStyleLbl="node3" presStyleIdx="6" presStyleCnt="12"/>
      <dgm:spPr/>
    </dgm:pt>
    <dgm:pt modelId="{611A074E-BC64-BF49-9DD3-F2488EEB62DB}" type="pres">
      <dgm:prSet presAssocID="{ACF22522-8B95-3F4E-B3A3-B0A2ED259E5D}" presName="hierChild4" presStyleCnt="0"/>
      <dgm:spPr/>
    </dgm:pt>
    <dgm:pt modelId="{16A55035-0A45-2C44-A36C-91BFAD71E435}" type="pres">
      <dgm:prSet presAssocID="{ACF22522-8B95-3F4E-B3A3-B0A2ED259E5D}" presName="hierChild5" presStyleCnt="0"/>
      <dgm:spPr/>
    </dgm:pt>
    <dgm:pt modelId="{6D38A83E-5668-F044-97E4-78E208A7F0E5}" type="pres">
      <dgm:prSet presAssocID="{2615615F-FA80-544D-9585-1FAD772D2F99}" presName="Name37" presStyleLbl="parChTrans1D3" presStyleIdx="7" presStyleCnt="12"/>
      <dgm:spPr/>
    </dgm:pt>
    <dgm:pt modelId="{174676C8-A38B-1D4F-A51B-09D4B80D8102}" type="pres">
      <dgm:prSet presAssocID="{497C3AA2-0F19-BA44-A374-896537004B60}" presName="hierRoot2" presStyleCnt="0">
        <dgm:presLayoutVars>
          <dgm:hierBranch val="init"/>
        </dgm:presLayoutVars>
      </dgm:prSet>
      <dgm:spPr/>
    </dgm:pt>
    <dgm:pt modelId="{36B9CA8D-938F-454A-A77A-D1537FF24ACC}" type="pres">
      <dgm:prSet presAssocID="{497C3AA2-0F19-BA44-A374-896537004B60}" presName="rootComposite" presStyleCnt="0"/>
      <dgm:spPr/>
    </dgm:pt>
    <dgm:pt modelId="{6032FB42-17C7-764F-B9A8-FA98C27F49A4}" type="pres">
      <dgm:prSet presAssocID="{497C3AA2-0F19-BA44-A374-896537004B60}" presName="rootText" presStyleLbl="node3" presStyleIdx="7" presStyleCnt="12">
        <dgm:presLayoutVars>
          <dgm:chPref val="3"/>
        </dgm:presLayoutVars>
      </dgm:prSet>
      <dgm:spPr/>
    </dgm:pt>
    <dgm:pt modelId="{997683CF-6FFE-334E-A1D0-AC2062A0BDCA}" type="pres">
      <dgm:prSet presAssocID="{497C3AA2-0F19-BA44-A374-896537004B60}" presName="rootConnector" presStyleLbl="node3" presStyleIdx="7" presStyleCnt="12"/>
      <dgm:spPr/>
    </dgm:pt>
    <dgm:pt modelId="{9B2C7AB1-C42C-7F40-A069-830F88B0489D}" type="pres">
      <dgm:prSet presAssocID="{497C3AA2-0F19-BA44-A374-896537004B60}" presName="hierChild4" presStyleCnt="0"/>
      <dgm:spPr/>
    </dgm:pt>
    <dgm:pt modelId="{AADE2F36-AFE9-FA46-B607-495576A2BE45}" type="pres">
      <dgm:prSet presAssocID="{497C3AA2-0F19-BA44-A374-896537004B60}" presName="hierChild5" presStyleCnt="0"/>
      <dgm:spPr/>
    </dgm:pt>
    <dgm:pt modelId="{310E1E23-AD30-7E47-8DDA-F25C5D2C204E}" type="pres">
      <dgm:prSet presAssocID="{6B13E22C-FE01-0F42-BEA0-F38BD1D3F2D3}" presName="Name37" presStyleLbl="parChTrans1D3" presStyleIdx="8" presStyleCnt="12"/>
      <dgm:spPr/>
    </dgm:pt>
    <dgm:pt modelId="{23CD712F-8CC0-3648-B1E9-79B35DE68D54}" type="pres">
      <dgm:prSet presAssocID="{2B44075C-9869-9649-895C-4FEB676067CB}" presName="hierRoot2" presStyleCnt="0">
        <dgm:presLayoutVars>
          <dgm:hierBranch val="init"/>
        </dgm:presLayoutVars>
      </dgm:prSet>
      <dgm:spPr/>
    </dgm:pt>
    <dgm:pt modelId="{43ACC450-1C63-8349-85C8-8BF34F4AB36F}" type="pres">
      <dgm:prSet presAssocID="{2B44075C-9869-9649-895C-4FEB676067CB}" presName="rootComposite" presStyleCnt="0"/>
      <dgm:spPr/>
    </dgm:pt>
    <dgm:pt modelId="{E58212B4-4E67-E649-A7B1-C0303148CA60}" type="pres">
      <dgm:prSet presAssocID="{2B44075C-9869-9649-895C-4FEB676067CB}" presName="rootText" presStyleLbl="node3" presStyleIdx="8" presStyleCnt="12">
        <dgm:presLayoutVars>
          <dgm:chPref val="3"/>
        </dgm:presLayoutVars>
      </dgm:prSet>
      <dgm:spPr/>
    </dgm:pt>
    <dgm:pt modelId="{5442C6C0-70E8-3746-B948-D564F60F0962}" type="pres">
      <dgm:prSet presAssocID="{2B44075C-9869-9649-895C-4FEB676067CB}" presName="rootConnector" presStyleLbl="node3" presStyleIdx="8" presStyleCnt="12"/>
      <dgm:spPr/>
    </dgm:pt>
    <dgm:pt modelId="{7DAAE1D8-883A-5544-8890-4DE074A03890}" type="pres">
      <dgm:prSet presAssocID="{2B44075C-9869-9649-895C-4FEB676067CB}" presName="hierChild4" presStyleCnt="0"/>
      <dgm:spPr/>
    </dgm:pt>
    <dgm:pt modelId="{B324C3AB-EF1D-AC4B-852D-E0500D936ECD}" type="pres">
      <dgm:prSet presAssocID="{2B44075C-9869-9649-895C-4FEB676067CB}" presName="hierChild5" presStyleCnt="0"/>
      <dgm:spPr/>
    </dgm:pt>
    <dgm:pt modelId="{D0F1C50C-0CAA-4342-8582-32CEFEF5FDE2}" type="pres">
      <dgm:prSet presAssocID="{EE621C62-7830-CD42-8DD0-59B3980C63A7}" presName="hierChild5" presStyleCnt="0"/>
      <dgm:spPr/>
    </dgm:pt>
    <dgm:pt modelId="{BC3BA0C9-D203-B04D-8F5D-6C307AB19BC0}" type="pres">
      <dgm:prSet presAssocID="{184A1767-DA0B-466E-A9D1-FB42AE272BD1}" presName="Name37" presStyleLbl="parChTrans1D2" presStyleIdx="4" presStyleCnt="5"/>
      <dgm:spPr/>
    </dgm:pt>
    <dgm:pt modelId="{CC352310-917E-B04B-BAE0-24B64D78B8BD}" type="pres">
      <dgm:prSet presAssocID="{AC7B98EA-B026-4F08-8052-EC037FB5D742}" presName="hierRoot2" presStyleCnt="0">
        <dgm:presLayoutVars>
          <dgm:hierBranch val="init"/>
        </dgm:presLayoutVars>
      </dgm:prSet>
      <dgm:spPr/>
    </dgm:pt>
    <dgm:pt modelId="{90A7E5FC-E673-1F42-8C20-0E6AB32CCBAB}" type="pres">
      <dgm:prSet presAssocID="{AC7B98EA-B026-4F08-8052-EC037FB5D742}" presName="rootComposite" presStyleCnt="0"/>
      <dgm:spPr/>
    </dgm:pt>
    <dgm:pt modelId="{48E716C3-CA10-F946-B8DA-A2501687EF69}" type="pres">
      <dgm:prSet presAssocID="{AC7B98EA-B026-4F08-8052-EC037FB5D742}" presName="rootText" presStyleLbl="node2" presStyleIdx="4" presStyleCnt="5">
        <dgm:presLayoutVars>
          <dgm:chPref val="3"/>
        </dgm:presLayoutVars>
      </dgm:prSet>
      <dgm:spPr/>
    </dgm:pt>
    <dgm:pt modelId="{143E2ADA-DC78-904B-98CB-378558BFA0E2}" type="pres">
      <dgm:prSet presAssocID="{AC7B98EA-B026-4F08-8052-EC037FB5D742}" presName="rootConnector" presStyleLbl="node2" presStyleIdx="4" presStyleCnt="5"/>
      <dgm:spPr/>
    </dgm:pt>
    <dgm:pt modelId="{CF63CFC5-240D-CF4D-B4F3-F36E1B64E941}" type="pres">
      <dgm:prSet presAssocID="{AC7B98EA-B026-4F08-8052-EC037FB5D742}" presName="hierChild4" presStyleCnt="0"/>
      <dgm:spPr/>
    </dgm:pt>
    <dgm:pt modelId="{40959943-5964-6C4E-A1B8-AC34BEFA6649}" type="pres">
      <dgm:prSet presAssocID="{C1E04D17-FEB3-44A1-A150-3C166055A6D8}" presName="Name37" presStyleLbl="parChTrans1D3" presStyleIdx="9" presStyleCnt="12"/>
      <dgm:spPr/>
    </dgm:pt>
    <dgm:pt modelId="{68DD973B-2DD4-E143-92F9-F25C031E0D9E}" type="pres">
      <dgm:prSet presAssocID="{A7FE76EE-D1E0-4C85-BEBD-F4F35AA4EDA6}" presName="hierRoot2" presStyleCnt="0">
        <dgm:presLayoutVars>
          <dgm:hierBranch val="init"/>
        </dgm:presLayoutVars>
      </dgm:prSet>
      <dgm:spPr/>
    </dgm:pt>
    <dgm:pt modelId="{FC314198-A4A9-2C45-AE2A-CAE195FF9842}" type="pres">
      <dgm:prSet presAssocID="{A7FE76EE-D1E0-4C85-BEBD-F4F35AA4EDA6}" presName="rootComposite" presStyleCnt="0"/>
      <dgm:spPr/>
    </dgm:pt>
    <dgm:pt modelId="{0CC80A8C-712D-C640-9F29-5A2863128F75}" type="pres">
      <dgm:prSet presAssocID="{A7FE76EE-D1E0-4C85-BEBD-F4F35AA4EDA6}" presName="rootText" presStyleLbl="node3" presStyleIdx="9" presStyleCnt="12">
        <dgm:presLayoutVars>
          <dgm:chPref val="3"/>
        </dgm:presLayoutVars>
      </dgm:prSet>
      <dgm:spPr/>
    </dgm:pt>
    <dgm:pt modelId="{9255CB77-319E-F540-906A-B552A2EEA36D}" type="pres">
      <dgm:prSet presAssocID="{A7FE76EE-D1E0-4C85-BEBD-F4F35AA4EDA6}" presName="rootConnector" presStyleLbl="node3" presStyleIdx="9" presStyleCnt="12"/>
      <dgm:spPr/>
    </dgm:pt>
    <dgm:pt modelId="{A57B4626-96F1-6949-8790-501700775FD6}" type="pres">
      <dgm:prSet presAssocID="{A7FE76EE-D1E0-4C85-BEBD-F4F35AA4EDA6}" presName="hierChild4" presStyleCnt="0"/>
      <dgm:spPr/>
    </dgm:pt>
    <dgm:pt modelId="{A447DFBF-FCA8-7C41-892F-F0304F07B1CD}" type="pres">
      <dgm:prSet presAssocID="{A7FE76EE-D1E0-4C85-BEBD-F4F35AA4EDA6}" presName="hierChild5" presStyleCnt="0"/>
      <dgm:spPr/>
    </dgm:pt>
    <dgm:pt modelId="{0203313B-9BDC-584B-B9BD-EB6DE48FDC9F}" type="pres">
      <dgm:prSet presAssocID="{CF9B5626-7FB7-4F12-A803-E460767C759A}" presName="Name37" presStyleLbl="parChTrans1D3" presStyleIdx="10" presStyleCnt="12"/>
      <dgm:spPr/>
    </dgm:pt>
    <dgm:pt modelId="{69CFD0B4-437C-1744-9DAF-D135FC1BD9F0}" type="pres">
      <dgm:prSet presAssocID="{EC5B6BA5-8B27-48D1-BC34-DC94FCB181D7}" presName="hierRoot2" presStyleCnt="0">
        <dgm:presLayoutVars>
          <dgm:hierBranch val="init"/>
        </dgm:presLayoutVars>
      </dgm:prSet>
      <dgm:spPr/>
    </dgm:pt>
    <dgm:pt modelId="{B4FA86E9-A64C-CE4A-B237-A629CEDA4D60}" type="pres">
      <dgm:prSet presAssocID="{EC5B6BA5-8B27-48D1-BC34-DC94FCB181D7}" presName="rootComposite" presStyleCnt="0"/>
      <dgm:spPr/>
    </dgm:pt>
    <dgm:pt modelId="{ED926AE0-203E-4D44-97A2-29D1886A881B}" type="pres">
      <dgm:prSet presAssocID="{EC5B6BA5-8B27-48D1-BC34-DC94FCB181D7}" presName="rootText" presStyleLbl="node3" presStyleIdx="10" presStyleCnt="12">
        <dgm:presLayoutVars>
          <dgm:chPref val="3"/>
        </dgm:presLayoutVars>
      </dgm:prSet>
      <dgm:spPr/>
    </dgm:pt>
    <dgm:pt modelId="{C1CE2F92-186E-034F-9C87-7F2D7EC00ED4}" type="pres">
      <dgm:prSet presAssocID="{EC5B6BA5-8B27-48D1-BC34-DC94FCB181D7}" presName="rootConnector" presStyleLbl="node3" presStyleIdx="10" presStyleCnt="12"/>
      <dgm:spPr/>
    </dgm:pt>
    <dgm:pt modelId="{6E39B18E-254A-834E-8676-12892F5F66C4}" type="pres">
      <dgm:prSet presAssocID="{EC5B6BA5-8B27-48D1-BC34-DC94FCB181D7}" presName="hierChild4" presStyleCnt="0"/>
      <dgm:spPr/>
    </dgm:pt>
    <dgm:pt modelId="{8F7E15B5-B4DB-DC44-9326-F607D14889F8}" type="pres">
      <dgm:prSet presAssocID="{BF246693-B9E2-4B4A-9994-BCE2199A2171}" presName="Name37" presStyleLbl="parChTrans1D4" presStyleIdx="7" presStyleCnt="11"/>
      <dgm:spPr/>
    </dgm:pt>
    <dgm:pt modelId="{76E103E2-A54A-6045-B63D-B4927DA8E5AB}" type="pres">
      <dgm:prSet presAssocID="{F43D0201-B687-FF43-A49A-67C37EC0DF60}" presName="hierRoot2" presStyleCnt="0">
        <dgm:presLayoutVars>
          <dgm:hierBranch val="init"/>
        </dgm:presLayoutVars>
      </dgm:prSet>
      <dgm:spPr/>
    </dgm:pt>
    <dgm:pt modelId="{6C7EEEFE-19D9-CE40-9AD7-F5DF9C69A35F}" type="pres">
      <dgm:prSet presAssocID="{F43D0201-B687-FF43-A49A-67C37EC0DF60}" presName="rootComposite" presStyleCnt="0"/>
      <dgm:spPr/>
    </dgm:pt>
    <dgm:pt modelId="{0083ED74-8E90-1E4F-B2BE-0F9C18FC1B1E}" type="pres">
      <dgm:prSet presAssocID="{F43D0201-B687-FF43-A49A-67C37EC0DF60}" presName="rootText" presStyleLbl="node4" presStyleIdx="7" presStyleCnt="11">
        <dgm:presLayoutVars>
          <dgm:chPref val="3"/>
        </dgm:presLayoutVars>
      </dgm:prSet>
      <dgm:spPr/>
    </dgm:pt>
    <dgm:pt modelId="{AEA77B95-0AEC-2F45-9B1A-9F57BA1428F1}" type="pres">
      <dgm:prSet presAssocID="{F43D0201-B687-FF43-A49A-67C37EC0DF60}" presName="rootConnector" presStyleLbl="node4" presStyleIdx="7" presStyleCnt="11"/>
      <dgm:spPr/>
    </dgm:pt>
    <dgm:pt modelId="{03176708-DC02-5940-A24D-B16C1E2CF7E2}" type="pres">
      <dgm:prSet presAssocID="{F43D0201-B687-FF43-A49A-67C37EC0DF60}" presName="hierChild4" presStyleCnt="0"/>
      <dgm:spPr/>
    </dgm:pt>
    <dgm:pt modelId="{B393E52D-CCA4-5B42-AD0B-00E5816BA8FE}" type="pres">
      <dgm:prSet presAssocID="{F43D0201-B687-FF43-A49A-67C37EC0DF60}" presName="hierChild5" presStyleCnt="0"/>
      <dgm:spPr/>
    </dgm:pt>
    <dgm:pt modelId="{760367DD-8A55-B846-A573-FC7DD06B647E}" type="pres">
      <dgm:prSet presAssocID="{6F7380B4-8030-6547-B9D5-60D3EF38E7DD}" presName="Name37" presStyleLbl="parChTrans1D4" presStyleIdx="8" presStyleCnt="11"/>
      <dgm:spPr/>
    </dgm:pt>
    <dgm:pt modelId="{10824BBC-C667-8040-8D73-B8BA3CCEC0D6}" type="pres">
      <dgm:prSet presAssocID="{D239731A-BDEE-7F43-96AE-E3549FEE0371}" presName="hierRoot2" presStyleCnt="0">
        <dgm:presLayoutVars>
          <dgm:hierBranch val="init"/>
        </dgm:presLayoutVars>
      </dgm:prSet>
      <dgm:spPr/>
    </dgm:pt>
    <dgm:pt modelId="{BE39AF9B-D117-A648-9F11-CA8CD6205CEE}" type="pres">
      <dgm:prSet presAssocID="{D239731A-BDEE-7F43-96AE-E3549FEE0371}" presName="rootComposite" presStyleCnt="0"/>
      <dgm:spPr/>
    </dgm:pt>
    <dgm:pt modelId="{BC4C35E6-AC8E-BD4C-AD91-BB97DFEDED24}" type="pres">
      <dgm:prSet presAssocID="{D239731A-BDEE-7F43-96AE-E3549FEE0371}" presName="rootText" presStyleLbl="node4" presStyleIdx="8" presStyleCnt="11">
        <dgm:presLayoutVars>
          <dgm:chPref val="3"/>
        </dgm:presLayoutVars>
      </dgm:prSet>
      <dgm:spPr/>
    </dgm:pt>
    <dgm:pt modelId="{703EFAF5-64C2-DC4D-AD25-428E4E661D82}" type="pres">
      <dgm:prSet presAssocID="{D239731A-BDEE-7F43-96AE-E3549FEE0371}" presName="rootConnector" presStyleLbl="node4" presStyleIdx="8" presStyleCnt="11"/>
      <dgm:spPr/>
    </dgm:pt>
    <dgm:pt modelId="{0F503563-806A-3042-91B5-1A63DF5BA701}" type="pres">
      <dgm:prSet presAssocID="{D239731A-BDEE-7F43-96AE-E3549FEE0371}" presName="hierChild4" presStyleCnt="0"/>
      <dgm:spPr/>
    </dgm:pt>
    <dgm:pt modelId="{CFF42415-3955-4F46-AC97-8F16FE2EF4A6}" type="pres">
      <dgm:prSet presAssocID="{D239731A-BDEE-7F43-96AE-E3549FEE0371}" presName="hierChild5" presStyleCnt="0"/>
      <dgm:spPr/>
    </dgm:pt>
    <dgm:pt modelId="{DCB2E64A-C7D6-F34D-B45D-8438E3F55AE3}" type="pres">
      <dgm:prSet presAssocID="{EC5B6BA5-8B27-48D1-BC34-DC94FCB181D7}" presName="hierChild5" presStyleCnt="0"/>
      <dgm:spPr/>
    </dgm:pt>
    <dgm:pt modelId="{0532F9CE-8494-844A-8E59-E2B0E23A3C5B}" type="pres">
      <dgm:prSet presAssocID="{57E80165-04C5-4256-8733-48B3E2C07CCD}" presName="Name37" presStyleLbl="parChTrans1D3" presStyleIdx="11" presStyleCnt="12"/>
      <dgm:spPr/>
    </dgm:pt>
    <dgm:pt modelId="{A2A91B07-A1D3-0044-B022-8EF35347B383}" type="pres">
      <dgm:prSet presAssocID="{0ACAFAE2-734D-4E92-8B74-50F530A39721}" presName="hierRoot2" presStyleCnt="0">
        <dgm:presLayoutVars>
          <dgm:hierBranch val="init"/>
        </dgm:presLayoutVars>
      </dgm:prSet>
      <dgm:spPr/>
    </dgm:pt>
    <dgm:pt modelId="{5E950717-6E90-E242-95B2-1E9B153FA01F}" type="pres">
      <dgm:prSet presAssocID="{0ACAFAE2-734D-4E92-8B74-50F530A39721}" presName="rootComposite" presStyleCnt="0"/>
      <dgm:spPr/>
    </dgm:pt>
    <dgm:pt modelId="{80F6B75D-4DCB-0145-8455-3FBA453D240A}" type="pres">
      <dgm:prSet presAssocID="{0ACAFAE2-734D-4E92-8B74-50F530A39721}" presName="rootText" presStyleLbl="node3" presStyleIdx="11" presStyleCnt="12">
        <dgm:presLayoutVars>
          <dgm:chPref val="3"/>
        </dgm:presLayoutVars>
      </dgm:prSet>
      <dgm:spPr/>
    </dgm:pt>
    <dgm:pt modelId="{1DD96128-7775-4E4B-A409-90FBDD6E18F5}" type="pres">
      <dgm:prSet presAssocID="{0ACAFAE2-734D-4E92-8B74-50F530A39721}" presName="rootConnector" presStyleLbl="node3" presStyleIdx="11" presStyleCnt="12"/>
      <dgm:spPr/>
    </dgm:pt>
    <dgm:pt modelId="{B7C06BE2-45C8-1442-AE0C-32F5AB1FA71C}" type="pres">
      <dgm:prSet presAssocID="{0ACAFAE2-734D-4E92-8B74-50F530A39721}" presName="hierChild4" presStyleCnt="0"/>
      <dgm:spPr/>
    </dgm:pt>
    <dgm:pt modelId="{64FB67B4-EB0B-D749-8551-9395490A3F35}" type="pres">
      <dgm:prSet presAssocID="{3587EC20-1895-B142-A6FB-6FB76B4849A2}" presName="Name37" presStyleLbl="parChTrans1D4" presStyleIdx="9" presStyleCnt="11"/>
      <dgm:spPr/>
    </dgm:pt>
    <dgm:pt modelId="{B3BD1D3D-604F-D443-9FA5-1BF816D88122}" type="pres">
      <dgm:prSet presAssocID="{08677EE6-B6BE-984B-BA81-37C0E9EA8C97}" presName="hierRoot2" presStyleCnt="0">
        <dgm:presLayoutVars>
          <dgm:hierBranch val="init"/>
        </dgm:presLayoutVars>
      </dgm:prSet>
      <dgm:spPr/>
    </dgm:pt>
    <dgm:pt modelId="{29FB9A6B-7559-814F-849F-F727D7020131}" type="pres">
      <dgm:prSet presAssocID="{08677EE6-B6BE-984B-BA81-37C0E9EA8C97}" presName="rootComposite" presStyleCnt="0"/>
      <dgm:spPr/>
    </dgm:pt>
    <dgm:pt modelId="{E02B665F-B298-5C4A-8EF6-140CCDEA834F}" type="pres">
      <dgm:prSet presAssocID="{08677EE6-B6BE-984B-BA81-37C0E9EA8C97}" presName="rootText" presStyleLbl="node4" presStyleIdx="9" presStyleCnt="11">
        <dgm:presLayoutVars>
          <dgm:chPref val="3"/>
        </dgm:presLayoutVars>
      </dgm:prSet>
      <dgm:spPr/>
    </dgm:pt>
    <dgm:pt modelId="{0D679A2C-A2C8-E247-8879-B659847555E9}" type="pres">
      <dgm:prSet presAssocID="{08677EE6-B6BE-984B-BA81-37C0E9EA8C97}" presName="rootConnector" presStyleLbl="node4" presStyleIdx="9" presStyleCnt="11"/>
      <dgm:spPr/>
    </dgm:pt>
    <dgm:pt modelId="{4C89D328-610C-9341-B529-9F6D61F2D207}" type="pres">
      <dgm:prSet presAssocID="{08677EE6-B6BE-984B-BA81-37C0E9EA8C97}" presName="hierChild4" presStyleCnt="0"/>
      <dgm:spPr/>
    </dgm:pt>
    <dgm:pt modelId="{9D094105-C4A8-5D4A-87AF-6C27EC8D4720}" type="pres">
      <dgm:prSet presAssocID="{08677EE6-B6BE-984B-BA81-37C0E9EA8C97}" presName="hierChild5" presStyleCnt="0"/>
      <dgm:spPr/>
    </dgm:pt>
    <dgm:pt modelId="{2B0B2FAC-B688-4141-BFF1-F2A3C72B938E}" type="pres">
      <dgm:prSet presAssocID="{990910F0-32F2-D04D-A069-4C270329DD8D}" presName="Name37" presStyleLbl="parChTrans1D4" presStyleIdx="10" presStyleCnt="11"/>
      <dgm:spPr/>
    </dgm:pt>
    <dgm:pt modelId="{EDCF2836-1506-6346-A800-A5FC007D8A3C}" type="pres">
      <dgm:prSet presAssocID="{8922629C-2A74-0E42-9F06-5C62E9D0C323}" presName="hierRoot2" presStyleCnt="0">
        <dgm:presLayoutVars>
          <dgm:hierBranch val="init"/>
        </dgm:presLayoutVars>
      </dgm:prSet>
      <dgm:spPr/>
    </dgm:pt>
    <dgm:pt modelId="{A908D925-1845-5D4F-8BA4-B166D212CEA9}" type="pres">
      <dgm:prSet presAssocID="{8922629C-2A74-0E42-9F06-5C62E9D0C323}" presName="rootComposite" presStyleCnt="0"/>
      <dgm:spPr/>
    </dgm:pt>
    <dgm:pt modelId="{32D7F370-35A0-E748-A335-5CC093B6DC50}" type="pres">
      <dgm:prSet presAssocID="{8922629C-2A74-0E42-9F06-5C62E9D0C323}" presName="rootText" presStyleLbl="node4" presStyleIdx="10" presStyleCnt="11">
        <dgm:presLayoutVars>
          <dgm:chPref val="3"/>
        </dgm:presLayoutVars>
      </dgm:prSet>
      <dgm:spPr/>
    </dgm:pt>
    <dgm:pt modelId="{80FD9DEF-5898-4540-8931-FB77D05DC465}" type="pres">
      <dgm:prSet presAssocID="{8922629C-2A74-0E42-9F06-5C62E9D0C323}" presName="rootConnector" presStyleLbl="node4" presStyleIdx="10" presStyleCnt="11"/>
      <dgm:spPr/>
    </dgm:pt>
    <dgm:pt modelId="{0B1CB8BD-FCB9-9E4C-BA3A-8B6CFFEED652}" type="pres">
      <dgm:prSet presAssocID="{8922629C-2A74-0E42-9F06-5C62E9D0C323}" presName="hierChild4" presStyleCnt="0"/>
      <dgm:spPr/>
    </dgm:pt>
    <dgm:pt modelId="{A8921731-EAC0-F84E-9B2B-C308F0C8EE1D}" type="pres">
      <dgm:prSet presAssocID="{8922629C-2A74-0E42-9F06-5C62E9D0C323}" presName="hierChild5" presStyleCnt="0"/>
      <dgm:spPr/>
    </dgm:pt>
    <dgm:pt modelId="{6BF901F4-14CF-DF4D-9A68-8F2C5251C7A9}" type="pres">
      <dgm:prSet presAssocID="{0ACAFAE2-734D-4E92-8B74-50F530A39721}" presName="hierChild5" presStyleCnt="0"/>
      <dgm:spPr/>
    </dgm:pt>
    <dgm:pt modelId="{5EAEF294-0B32-3D47-AC7D-6C832EFFD118}" type="pres">
      <dgm:prSet presAssocID="{AC7B98EA-B026-4F08-8052-EC037FB5D742}" presName="hierChild5" presStyleCnt="0"/>
      <dgm:spPr/>
    </dgm:pt>
    <dgm:pt modelId="{14835AB5-865F-914B-9CAE-5EA387850CD1}" type="pres">
      <dgm:prSet presAssocID="{36E3B70A-2B3C-4CB6-8258-F783A8D947BE}" presName="hierChild3" presStyleCnt="0"/>
      <dgm:spPr/>
    </dgm:pt>
  </dgm:ptLst>
  <dgm:cxnLst>
    <dgm:cxn modelId="{B23F160A-21F7-42A0-BB3C-49F14B86092C}" srcId="{36E3B70A-2B3C-4CB6-8258-F783A8D947BE}" destId="{2D501A6C-CB1C-42AF-A2B4-95A7ADFD6EB8}" srcOrd="0" destOrd="0" parTransId="{47D56DEB-1BD9-431C-A9F1-63D6F6A8099D}" sibTransId="{D5832A88-F911-4DAF-9868-E6D6974C1FA6}"/>
    <dgm:cxn modelId="{9232CA0D-ACA4-794A-B7F5-67AF51081DBE}" type="presOf" srcId="{08677EE6-B6BE-984B-BA81-37C0E9EA8C97}" destId="{E02B665F-B298-5C4A-8EF6-140CCDEA834F}" srcOrd="0" destOrd="0" presId="urn:microsoft.com/office/officeart/2005/8/layout/orgChart1"/>
    <dgm:cxn modelId="{3A41AF0F-75C0-634F-A0C9-2BF0F3083859}" type="presOf" srcId="{5464455F-FE27-4E2B-B770-7475AE342F46}" destId="{424F6E4D-91DA-6B43-BE7C-1D8C38ECDD23}" srcOrd="1" destOrd="0" presId="urn:microsoft.com/office/officeart/2005/8/layout/orgChart1"/>
    <dgm:cxn modelId="{BB5AF310-A798-8844-A551-69D5AB90B98C}" type="presOf" srcId="{497C3AA2-0F19-BA44-A374-896537004B60}" destId="{997683CF-6FFE-334E-A1D0-AC2062A0BDCA}" srcOrd="1" destOrd="0" presId="urn:microsoft.com/office/officeart/2005/8/layout/orgChart1"/>
    <dgm:cxn modelId="{A2DD6A17-2455-44AA-B10E-2857F1692880}" srcId="{AC7B98EA-B026-4F08-8052-EC037FB5D742}" destId="{EC5B6BA5-8B27-48D1-BC34-DC94FCB181D7}" srcOrd="1" destOrd="0" parTransId="{CF9B5626-7FB7-4F12-A803-E460767C759A}" sibTransId="{87667234-7A9B-46BC-8C96-00011C04A33C}"/>
    <dgm:cxn modelId="{EFF4DA17-527D-5146-969B-1D1DBD096F50}" type="presOf" srcId="{576060C9-4F9C-4633-A8C3-6F32FC224519}" destId="{B3CC6E86-A106-7149-B3F8-6688BB76A72E}" srcOrd="0" destOrd="0" presId="urn:microsoft.com/office/officeart/2005/8/layout/orgChart1"/>
    <dgm:cxn modelId="{8E3D3718-E797-A94E-9D95-F985A8DBEE48}" type="presOf" srcId="{184A1767-DA0B-466E-A9D1-FB42AE272BD1}" destId="{BC3BA0C9-D203-B04D-8F5D-6C307AB19BC0}" srcOrd="0" destOrd="0" presId="urn:microsoft.com/office/officeart/2005/8/layout/orgChart1"/>
    <dgm:cxn modelId="{A12B091C-9F68-6F4E-9013-9225AEC8CB73}" type="presOf" srcId="{76465EB5-71E2-2E48-B345-3D15874D6857}" destId="{4CF7AC00-C297-E04D-9AB7-3FCE5DAF37C6}" srcOrd="0" destOrd="0" presId="urn:microsoft.com/office/officeart/2005/8/layout/orgChart1"/>
    <dgm:cxn modelId="{5871381C-5A30-B549-A663-86D4734D621B}" type="presOf" srcId="{0ACAFAE2-734D-4E92-8B74-50F530A39721}" destId="{80F6B75D-4DCB-0145-8455-3FBA453D240A}" srcOrd="0" destOrd="0" presId="urn:microsoft.com/office/officeart/2005/8/layout/orgChart1"/>
    <dgm:cxn modelId="{ED7D8D24-C94E-EE47-BC13-3DCF3AC8B806}" type="presOf" srcId="{829EEEF6-E0FC-4E2A-B21E-EE176E5A1308}" destId="{2C1C2671-FFF8-4140-8323-29BCF59666B1}" srcOrd="0" destOrd="0" presId="urn:microsoft.com/office/officeart/2005/8/layout/orgChart1"/>
    <dgm:cxn modelId="{96ED5B2C-C373-C140-98F4-9106C14FB060}" type="presOf" srcId="{AC7B98EA-B026-4F08-8052-EC037FB5D742}" destId="{143E2ADA-DC78-904B-98CB-378558BFA0E2}" srcOrd="1" destOrd="0" presId="urn:microsoft.com/office/officeart/2005/8/layout/orgChart1"/>
    <dgm:cxn modelId="{68285F2C-05A2-0E4F-BBD8-087E1B1F3972}" type="presOf" srcId="{5942B258-29FD-4AB2-923C-2F985D439EC7}" destId="{1984CD67-38DA-0844-AD81-C4924FCD9C37}" srcOrd="0" destOrd="0" presId="urn:microsoft.com/office/officeart/2005/8/layout/orgChart1"/>
    <dgm:cxn modelId="{29567830-B4B1-1A4D-B68C-CDCB8E3F4A5D}" srcId="{EE621C62-7830-CD42-8DD0-59B3980C63A7}" destId="{ACF22522-8B95-3F4E-B3A3-B0A2ED259E5D}" srcOrd="0" destOrd="0" parTransId="{AC37794C-610F-1A4D-BB98-30D8E24CF56C}" sibTransId="{EFFE04D7-EE8D-DF4D-81BD-F47212EA9A24}"/>
    <dgm:cxn modelId="{8E94CC34-B6C0-4ECC-B2FA-2D41DED5C5CC}" srcId="{62693056-0B0D-4626-992C-051F2E792B18}" destId="{A211AE1B-2D58-430E-81A9-7470B99FFD08}" srcOrd="0" destOrd="0" parTransId="{BFB00E75-F2D1-4CB4-B8D1-919071F74C94}" sibTransId="{6A3B6749-EA12-4BAD-B846-9950C88DD2D0}"/>
    <dgm:cxn modelId="{C2681636-A35E-FE43-B2B8-9DA38EE57C26}" type="presOf" srcId="{F43D0201-B687-FF43-A49A-67C37EC0DF60}" destId="{0083ED74-8E90-1E4F-B2BE-0F9C18FC1B1E}" srcOrd="0" destOrd="0" presId="urn:microsoft.com/office/officeart/2005/8/layout/orgChart1"/>
    <dgm:cxn modelId="{A7D5613C-366C-424C-AB92-59CBB244D507}" srcId="{2D501A6C-CB1C-42AF-A2B4-95A7ADFD6EB8}" destId="{62693056-0B0D-4626-992C-051F2E792B18}" srcOrd="1" destOrd="0" parTransId="{ED448E46-0EEB-443E-8BA7-D1038693D95C}" sibTransId="{8DEAB065-FB29-4E96-9A29-52D8AF714414}"/>
    <dgm:cxn modelId="{37F7523E-422A-2946-BBF1-AB9C205B6BC1}" type="presOf" srcId="{EC5B6BA5-8B27-48D1-BC34-DC94FCB181D7}" destId="{ED926AE0-203E-4D44-97A2-29D1886A881B}" srcOrd="0" destOrd="0" presId="urn:microsoft.com/office/officeart/2005/8/layout/orgChart1"/>
    <dgm:cxn modelId="{591EB241-48C7-F14E-B197-B275CF63D13B}" srcId="{4935635D-6290-E342-AC42-7EB96C103085}" destId="{4C2E48C8-806B-564D-AAE0-13CE2843B399}" srcOrd="0" destOrd="0" parTransId="{76465EB5-71E2-2E48-B345-3D15874D6857}" sibTransId="{ABDE7D2B-FBAC-0748-9B98-21B3F38281FF}"/>
    <dgm:cxn modelId="{3EAECE42-7A6D-5746-B765-CAFCBCD99B5C}" type="presOf" srcId="{4C2E48C8-806B-564D-AAE0-13CE2843B399}" destId="{53093C6E-2210-3C4D-8F45-0E21AC4B221F}" srcOrd="1" destOrd="0" presId="urn:microsoft.com/office/officeart/2005/8/layout/orgChart1"/>
    <dgm:cxn modelId="{0C0AD047-77C6-CB43-9D2F-099EC8CF7DD6}" type="presOf" srcId="{BFB00E75-F2D1-4CB4-B8D1-919071F74C94}" destId="{9E716B38-9C36-9C41-B94F-AB319A540941}" srcOrd="0" destOrd="0" presId="urn:microsoft.com/office/officeart/2005/8/layout/orgChart1"/>
    <dgm:cxn modelId="{FAAC7549-C3E9-2648-8752-DC1C1C35F69F}" type="presOf" srcId="{57E80165-04C5-4256-8733-48B3E2C07CCD}" destId="{0532F9CE-8494-844A-8E59-E2B0E23A3C5B}" srcOrd="0" destOrd="0" presId="urn:microsoft.com/office/officeart/2005/8/layout/orgChart1"/>
    <dgm:cxn modelId="{EAE7434C-CC20-6349-B0C3-FAD43A37934F}" type="presOf" srcId="{D239731A-BDEE-7F43-96AE-E3549FEE0371}" destId="{BC4C35E6-AC8E-BD4C-AD91-BB97DFEDED24}" srcOrd="0" destOrd="0" presId="urn:microsoft.com/office/officeart/2005/8/layout/orgChart1"/>
    <dgm:cxn modelId="{D385DE4C-C593-9845-BBCE-4849ECF1C2F8}" type="presOf" srcId="{D90D2432-F9DF-F94C-AB99-D88B6AB1D78A}" destId="{AB22D78F-F0F5-4F48-9B0A-A11467F11BE9}" srcOrd="0" destOrd="0" presId="urn:microsoft.com/office/officeart/2005/8/layout/orgChart1"/>
    <dgm:cxn modelId="{136DF34C-2764-1141-B694-27A30607A0E7}" type="presOf" srcId="{D87E956D-0547-4128-AFF1-BD73C88E3683}" destId="{4998B931-5A60-1549-93A9-9BFF5C3B3942}" srcOrd="1" destOrd="0" presId="urn:microsoft.com/office/officeart/2005/8/layout/orgChart1"/>
    <dgm:cxn modelId="{C092644D-2DC6-1C42-BE5A-A06B1240C726}" type="presOf" srcId="{AC37794C-610F-1A4D-BB98-30D8E24CF56C}" destId="{799CE8F9-0F5E-C549-A81A-9B34DE4F0505}" srcOrd="0" destOrd="0" presId="urn:microsoft.com/office/officeart/2005/8/layout/orgChart1"/>
    <dgm:cxn modelId="{AECF444F-1650-0445-8BB4-58756416F379}" type="presOf" srcId="{08677EE6-B6BE-984B-BA81-37C0E9EA8C97}" destId="{0D679A2C-A2C8-E247-8879-B659847555E9}" srcOrd="1" destOrd="0" presId="urn:microsoft.com/office/officeart/2005/8/layout/orgChart1"/>
    <dgm:cxn modelId="{A180804F-D9B2-42D8-8DA9-ACA14774B0C1}" srcId="{62693056-0B0D-4626-992C-051F2E792B18}" destId="{0DDEBA6E-DCFC-429B-A5C1-488212499341}" srcOrd="1" destOrd="0" parTransId="{8180F4DF-4810-4E67-9CAB-CCD290DBCE0F}" sibTransId="{16B3C329-B8C0-4428-8664-5870E397FCAD}"/>
    <dgm:cxn modelId="{6C618F52-D5F8-8346-885D-D831FAEA8F69}" type="presOf" srcId="{4935635D-6290-E342-AC42-7EB96C103085}" destId="{90C2E529-CBE4-434F-8A45-34F63337B1A9}" srcOrd="0" destOrd="0" presId="urn:microsoft.com/office/officeart/2005/8/layout/orgChart1"/>
    <dgm:cxn modelId="{17D9C653-0D26-7145-8C63-B26B16377BC6}" type="presOf" srcId="{2EF0AAD6-7F59-4A6B-A71D-0B0DF363F5B2}" destId="{F8A5D78E-C875-FD4F-84F5-B9725C30EF2A}" srcOrd="0" destOrd="0" presId="urn:microsoft.com/office/officeart/2005/8/layout/orgChart1"/>
    <dgm:cxn modelId="{501C9754-4439-504B-86B0-A284C5665164}" type="presOf" srcId="{009318C8-8591-4C1B-891A-490442B47FAF}" destId="{D2053896-8830-5F40-A7FF-315D6F629D4E}" srcOrd="1" destOrd="0" presId="urn:microsoft.com/office/officeart/2005/8/layout/orgChart1"/>
    <dgm:cxn modelId="{6FA2A755-6AF7-2E49-AAA3-572154F5679E}" srcId="{4935635D-6290-E342-AC42-7EB96C103085}" destId="{1E4A938C-2DB0-2748-9958-FD6F547A29A9}" srcOrd="1" destOrd="0" parTransId="{E6A8756B-2033-414F-A46C-D2A5DE2D46EF}" sibTransId="{03728E2D-501E-674E-99C8-2C6475C35BBB}"/>
    <dgm:cxn modelId="{EF7A1E56-A4E5-8241-8E48-9BD85BD20003}" type="presOf" srcId="{EE621C62-7830-CD42-8DD0-59B3980C63A7}" destId="{1619E982-88E7-E740-89A2-0AE74750800D}" srcOrd="1" destOrd="0" presId="urn:microsoft.com/office/officeart/2005/8/layout/orgChart1"/>
    <dgm:cxn modelId="{B130A156-E2A7-4B36-9A4D-CF13A67D9BA1}" srcId="{C4CA07C3-E713-4CD5-8BC0-C3536C8A44AA}" destId="{D69A1BCA-7F2E-4B66-AD87-7F8F5F0E7127}" srcOrd="0" destOrd="0" parTransId="{829EEEF6-E0FC-4E2A-B21E-EE176E5A1308}" sibTransId="{438237A3-3033-4761-A96A-C29437511893}"/>
    <dgm:cxn modelId="{D3642558-710E-EF4B-9BE0-CAD1BE8F9750}" type="presOf" srcId="{1E4A938C-2DB0-2748-9958-FD6F547A29A9}" destId="{8979581D-4426-7B49-8F15-9F1E46D808DF}" srcOrd="1" destOrd="0" presId="urn:microsoft.com/office/officeart/2005/8/layout/orgChart1"/>
    <dgm:cxn modelId="{6BBB2758-A5C5-EB4F-B336-E6AFB4CDA009}" type="presOf" srcId="{8180F4DF-4810-4E67-9CAB-CCD290DBCE0F}" destId="{25C3C468-6F2A-F540-B390-8BA4E3C71257}" srcOrd="0" destOrd="0" presId="urn:microsoft.com/office/officeart/2005/8/layout/orgChart1"/>
    <dgm:cxn modelId="{AF664E58-6DD8-0E43-B300-7E161FBA5E7D}" type="presOf" srcId="{D87E956D-0547-4128-AFF1-BD73C88E3683}" destId="{64473842-1E19-724C-B6B6-F4841C98F7CF}" srcOrd="0" destOrd="0" presId="urn:microsoft.com/office/officeart/2005/8/layout/orgChart1"/>
    <dgm:cxn modelId="{127F925A-412B-D94F-84DA-A623A4DA0A7C}" type="presOf" srcId="{F43D0201-B687-FF43-A49A-67C37EC0DF60}" destId="{AEA77B95-0AEC-2F45-9B1A-9F57BA1428F1}" srcOrd="1" destOrd="0" presId="urn:microsoft.com/office/officeart/2005/8/layout/orgChart1"/>
    <dgm:cxn modelId="{F686275E-47E9-486E-BB8E-F02C14C06A5D}" srcId="{2D501A6C-CB1C-42AF-A2B4-95A7ADFD6EB8}" destId="{5464455F-FE27-4E2B-B770-7475AE342F46}" srcOrd="0" destOrd="0" parTransId="{1DB38FF9-3325-4F16-A9E6-F84CAFC8FF0F}" sibTransId="{CB17FA13-D2CE-4421-AB75-8AED2E20FEAB}"/>
    <dgm:cxn modelId="{4FF69B64-7270-D74B-8F96-8BC0054BD763}" type="presOf" srcId="{4A020AB9-1CB9-4A73-A69B-DF30A6A8FD18}" destId="{2A17CC5D-82B9-1346-83C3-1D6EED6232AC}" srcOrd="0" destOrd="0" presId="urn:microsoft.com/office/officeart/2005/8/layout/orgChart1"/>
    <dgm:cxn modelId="{4887AA65-34B3-8041-948F-07300580B992}" type="presOf" srcId="{009318C8-8591-4C1B-891A-490442B47FAF}" destId="{E58435D3-0FCA-AA42-B6B6-022BD559EE4E}" srcOrd="0" destOrd="0" presId="urn:microsoft.com/office/officeart/2005/8/layout/orgChart1"/>
    <dgm:cxn modelId="{1C70456B-1821-4DF8-9C1B-569B50522D3C}" srcId="{AC7B98EA-B026-4F08-8052-EC037FB5D742}" destId="{A7FE76EE-D1E0-4C85-BEBD-F4F35AA4EDA6}" srcOrd="0" destOrd="0" parTransId="{C1E04D17-FEB3-44A1-A150-3C166055A6D8}" sibTransId="{BEF9C721-5308-4AD3-A7CD-6464BFB7074B}"/>
    <dgm:cxn modelId="{BA99E86C-5293-3248-A905-10B02FC20EA6}" srcId="{0ACAFAE2-734D-4E92-8B74-50F530A39721}" destId="{8922629C-2A74-0E42-9F06-5C62E9D0C323}" srcOrd="1" destOrd="0" parTransId="{990910F0-32F2-D04D-A069-4C270329DD8D}" sibTransId="{0EBB1C4F-59D4-3442-95DB-5213C0B5500F}"/>
    <dgm:cxn modelId="{3669EC6F-9896-1E4C-9480-D8165224BD12}" type="presOf" srcId="{A7FE76EE-D1E0-4C85-BEBD-F4F35AA4EDA6}" destId="{9255CB77-319E-F540-906A-B552A2EEA36D}" srcOrd="1" destOrd="0" presId="urn:microsoft.com/office/officeart/2005/8/layout/orgChart1"/>
    <dgm:cxn modelId="{794B2B70-42FF-EE48-866D-E615462CC917}" type="presOf" srcId="{A211AE1B-2D58-430E-81A9-7470B99FFD08}" destId="{BEB93EBC-F542-254B-9C46-50712A062B21}" srcOrd="0" destOrd="0" presId="urn:microsoft.com/office/officeart/2005/8/layout/orgChart1"/>
    <dgm:cxn modelId="{20C65B71-F52A-8E47-92C7-199628915FF4}" type="presOf" srcId="{8220A022-C4EE-4414-B698-81EB803A3339}" destId="{E28DE98D-81FC-E44B-BC38-438DBDA44E90}" srcOrd="0" destOrd="0" presId="urn:microsoft.com/office/officeart/2005/8/layout/orgChart1"/>
    <dgm:cxn modelId="{E0C58971-8766-8E49-8090-7E201FBF0DAF}" type="presOf" srcId="{1E4A938C-2DB0-2748-9958-FD6F547A29A9}" destId="{F2FF416D-2017-A542-B614-0319E3134CD9}" srcOrd="0" destOrd="0" presId="urn:microsoft.com/office/officeart/2005/8/layout/orgChart1"/>
    <dgm:cxn modelId="{2DB40573-B857-B045-8C24-96F5D6E4AE57}" type="presOf" srcId="{2B44075C-9869-9649-895C-4FEB676067CB}" destId="{E58212B4-4E67-E649-A7B1-C0303148CA60}" srcOrd="0" destOrd="0" presId="urn:microsoft.com/office/officeart/2005/8/layout/orgChart1"/>
    <dgm:cxn modelId="{41B07575-654B-D149-B283-00F37F20885D}" type="presOf" srcId="{4935635D-6290-E342-AC42-7EB96C103085}" destId="{DC1B58BD-AC5A-E140-97FB-55510F166730}" srcOrd="1" destOrd="0" presId="urn:microsoft.com/office/officeart/2005/8/layout/orgChart1"/>
    <dgm:cxn modelId="{E85BC875-9B8E-9D40-9095-A70E54189E78}" type="presOf" srcId="{47D56DEB-1BD9-431C-A9F1-63D6F6A8099D}" destId="{25A6759D-6494-5747-89DE-41017D631C22}" srcOrd="0" destOrd="0" presId="urn:microsoft.com/office/officeart/2005/8/layout/orgChart1"/>
    <dgm:cxn modelId="{1511C176-569F-AA46-94D4-0DC48EA477E1}" type="presOf" srcId="{4A020AB9-1CB9-4A73-A69B-DF30A6A8FD18}" destId="{0B507A11-D6D0-2E45-8B8A-B7998A5049FC}" srcOrd="1" destOrd="0" presId="urn:microsoft.com/office/officeart/2005/8/layout/orgChart1"/>
    <dgm:cxn modelId="{2CCBDF76-BE04-4ED9-BBA9-B83BE4A91E9E}" srcId="{AC7B98EA-B026-4F08-8052-EC037FB5D742}" destId="{0ACAFAE2-734D-4E92-8B74-50F530A39721}" srcOrd="2" destOrd="0" parTransId="{57E80165-04C5-4256-8733-48B3E2C07CCD}" sibTransId="{FBC27EE3-E2ED-4AE4-ADF7-39D552873CFB}"/>
    <dgm:cxn modelId="{EA7DF477-55A7-B24C-81B1-A79B6BD66DFB}" type="presOf" srcId="{0D0B9606-216B-5446-AE86-D2987E861FB7}" destId="{5E600FE0-2E23-874D-8FC4-36E91BF8FEDC}" srcOrd="0" destOrd="0" presId="urn:microsoft.com/office/officeart/2005/8/layout/orgChart1"/>
    <dgm:cxn modelId="{274CAD7A-6B75-C845-A0DC-09BD3CC7CE2F}" type="presOf" srcId="{5464455F-FE27-4E2B-B770-7475AE342F46}" destId="{188680AF-6C00-7341-A604-ED45FAC46111}" srcOrd="0" destOrd="0" presId="urn:microsoft.com/office/officeart/2005/8/layout/orgChart1"/>
    <dgm:cxn modelId="{D216C77D-B7D1-C341-9F62-66BCE8BDCD68}" type="presOf" srcId="{497C3AA2-0F19-BA44-A374-896537004B60}" destId="{6032FB42-17C7-764F-B9A8-FA98C27F49A4}" srcOrd="0" destOrd="0" presId="urn:microsoft.com/office/officeart/2005/8/layout/orgChart1"/>
    <dgm:cxn modelId="{E03FD783-1B40-7D4E-BA57-2BC27C878B4F}" srcId="{EE621C62-7830-CD42-8DD0-59B3980C63A7}" destId="{497C3AA2-0F19-BA44-A374-896537004B60}" srcOrd="1" destOrd="0" parTransId="{2615615F-FA80-544D-9585-1FAD772D2F99}" sibTransId="{076B85A1-C062-5B4C-90C7-CB4232304896}"/>
    <dgm:cxn modelId="{BCD38184-D48B-8B4B-8CA0-5F218C7BD673}" type="presOf" srcId="{A7FE76EE-D1E0-4C85-BEBD-F4F35AA4EDA6}" destId="{0CC80A8C-712D-C640-9F29-5A2863128F75}" srcOrd="0" destOrd="0" presId="urn:microsoft.com/office/officeart/2005/8/layout/orgChart1"/>
    <dgm:cxn modelId="{70F9E788-8697-8B47-AE05-BF4079146DA5}" type="presOf" srcId="{CC309443-3AE2-4840-BF6D-742DD89C02B0}" destId="{98E4F4F8-66F1-4C41-9C3F-C1C52DBF6CE7}" srcOrd="0" destOrd="0" presId="urn:microsoft.com/office/officeart/2005/8/layout/orgChart1"/>
    <dgm:cxn modelId="{0A96C38D-A82D-43CE-89A8-AD4002F2F1AF}" srcId="{C4CA07C3-E713-4CD5-8BC0-C3536C8A44AA}" destId="{CC309443-3AE2-4840-BF6D-742DD89C02B0}" srcOrd="2" destOrd="0" parTransId="{8220A022-C4EE-4414-B698-81EB803A3339}" sibTransId="{8D6579A3-146E-4E6F-AEC7-89CD89785C3E}"/>
    <dgm:cxn modelId="{12FF888E-67EF-2A43-912D-166410D77E96}" type="presOf" srcId="{E6A8756B-2033-414F-A46C-D2A5DE2D46EF}" destId="{2E9ED22D-EA2D-FB4F-A67C-25B410A7438F}" srcOrd="0" destOrd="0" presId="urn:microsoft.com/office/officeart/2005/8/layout/orgChart1"/>
    <dgm:cxn modelId="{676DB18E-4932-F148-9A03-4F3D742669B0}" type="presOf" srcId="{2D501A6C-CB1C-42AF-A2B4-95A7ADFD6EB8}" destId="{F41FDA9B-C3BD-2A48-8CE5-C771BD0B29C6}" srcOrd="0" destOrd="0" presId="urn:microsoft.com/office/officeart/2005/8/layout/orgChart1"/>
    <dgm:cxn modelId="{45B78B8F-9E75-8E45-B756-50EB07B6674A}" type="presOf" srcId="{D69A1BCA-7F2E-4B66-AD87-7F8F5F0E7127}" destId="{0655818A-889A-A544-9DFC-8AFFE9D9CD28}" srcOrd="1" destOrd="0" presId="urn:microsoft.com/office/officeart/2005/8/layout/orgChart1"/>
    <dgm:cxn modelId="{B31F7690-9D77-6F49-8E02-5195DBC33088}" type="presOf" srcId="{36E3B70A-2B3C-4CB6-8258-F783A8D947BE}" destId="{98FB891A-4A6A-3148-9C12-5FCEAE58159E}" srcOrd="1" destOrd="0" presId="urn:microsoft.com/office/officeart/2005/8/layout/orgChart1"/>
    <dgm:cxn modelId="{265FD990-4651-6347-9E79-B4F194644E5A}" type="presOf" srcId="{6B13E22C-FE01-0F42-BEA0-F38BD1D3F2D3}" destId="{310E1E23-AD30-7E47-8DDA-F25C5D2C204E}" srcOrd="0" destOrd="0" presId="urn:microsoft.com/office/officeart/2005/8/layout/orgChart1"/>
    <dgm:cxn modelId="{AD7A2694-BB38-2F4B-929D-8546DFEFC36A}" type="presOf" srcId="{36E3B70A-2B3C-4CB6-8258-F783A8D947BE}" destId="{D4221630-E710-F048-B966-422A0399230C}" srcOrd="0" destOrd="0" presId="urn:microsoft.com/office/officeart/2005/8/layout/orgChart1"/>
    <dgm:cxn modelId="{2675AD96-E949-174B-9C30-15CD3EB4D13E}" type="presOf" srcId="{EC5B6BA5-8B27-48D1-BC34-DC94FCB181D7}" destId="{C1CE2F92-186E-034F-9C87-7F2D7EC00ED4}" srcOrd="1" destOrd="0" presId="urn:microsoft.com/office/officeart/2005/8/layout/orgChart1"/>
    <dgm:cxn modelId="{371C5A98-5916-48DA-8EBC-F70B9D64843C}" srcId="{E19E024F-CBA0-486F-8154-B476C77F0020}" destId="{C4CA07C3-E713-4CD5-8BC0-C3536C8A44AA}" srcOrd="1" destOrd="0" parTransId="{2EF0AAD6-7F59-4A6B-A71D-0B0DF363F5B2}" sibTransId="{E6A619D5-1A07-4FD0-B648-B441F5CE4731}"/>
    <dgm:cxn modelId="{BC7E6398-1427-B646-B630-6F6D0132AB04}" type="presOf" srcId="{ACF22522-8B95-3F4E-B3A3-B0A2ED259E5D}" destId="{4361DBCB-60C2-1444-B9B2-88345890249D}" srcOrd="0" destOrd="0" presId="urn:microsoft.com/office/officeart/2005/8/layout/orgChart1"/>
    <dgm:cxn modelId="{805CC498-4A9F-9648-9CFB-66DD0AD7BD87}" srcId="{36E3B70A-2B3C-4CB6-8258-F783A8D947BE}" destId="{EE621C62-7830-CD42-8DD0-59B3980C63A7}" srcOrd="3" destOrd="0" parTransId="{0D0B9606-216B-5446-AE86-D2987E861FB7}" sibTransId="{386DD2F6-F550-074C-87FF-D10AB0ACCB06}"/>
    <dgm:cxn modelId="{FE6B4699-4F2F-4D40-84A9-00994D9AB760}" srcId="{5464455F-FE27-4E2B-B770-7475AE342F46}" destId="{944D8054-A2B7-4299-B693-A3F41E66066D}" srcOrd="0" destOrd="0" parTransId="{9A27FA61-BD83-43D4-A894-AE1B5F6799DC}" sibTransId="{F96B9A4F-6160-4779-A99D-6740BC85ABD3}"/>
    <dgm:cxn modelId="{AA3A0B9A-2C4A-4AB8-9BD6-800500537C53}" srcId="{576060C9-4F9C-4633-A8C3-6F32FC224519}" destId="{36E3B70A-2B3C-4CB6-8258-F783A8D947BE}" srcOrd="0" destOrd="0" parTransId="{A152F6D8-1644-44AB-B4CE-1C4D046D5A4A}" sibTransId="{77F130DE-2F9F-4FDB-AE03-611F0BF8CB81}"/>
    <dgm:cxn modelId="{B3645B9B-2A42-DF4F-98C8-7691321D0389}" type="presOf" srcId="{3587EC20-1895-B142-A6FB-6FB76B4849A2}" destId="{64FB67B4-EB0B-D749-8551-9395490A3F35}" srcOrd="0" destOrd="0" presId="urn:microsoft.com/office/officeart/2005/8/layout/orgChart1"/>
    <dgm:cxn modelId="{3EEB899B-962E-EF4D-B0AB-D47F0317AD67}" type="presOf" srcId="{C1E04D17-FEB3-44A1-A150-3C166055A6D8}" destId="{40959943-5964-6C4E-A1B8-AC34BEFA6649}" srcOrd="0" destOrd="0" presId="urn:microsoft.com/office/officeart/2005/8/layout/orgChart1"/>
    <dgm:cxn modelId="{754C27A3-F32A-E14A-997F-7B6FD1896C7A}" type="presOf" srcId="{E19E024F-CBA0-486F-8154-B476C77F0020}" destId="{2813604D-BFB9-F543-A968-A645EE0E27B8}" srcOrd="0" destOrd="0" presId="urn:microsoft.com/office/officeart/2005/8/layout/orgChart1"/>
    <dgm:cxn modelId="{DC4D6DA3-FB3D-4A9F-B195-F023A46EBCFF}" srcId="{36E3B70A-2B3C-4CB6-8258-F783A8D947BE}" destId="{E19E024F-CBA0-486F-8154-B476C77F0020}" srcOrd="1" destOrd="0" parTransId="{2905B16C-77D4-4CB9-8BFC-781286174F38}" sibTransId="{ADDD845D-4CD4-4B3F-AB2B-4E39F9B0BFA6}"/>
    <dgm:cxn modelId="{2E73AEA3-15B8-BB46-B576-77B801F6BBF1}" srcId="{36E3B70A-2B3C-4CB6-8258-F783A8D947BE}" destId="{4935635D-6290-E342-AC42-7EB96C103085}" srcOrd="2" destOrd="0" parTransId="{D90D2432-F9DF-F94C-AB99-D88B6AB1D78A}" sibTransId="{0414414C-D387-4040-A4E7-96E9D721ECA7}"/>
    <dgm:cxn modelId="{CAC9EAA3-FE04-AC49-9C06-D4FC7DBE3B81}" type="presOf" srcId="{2615615F-FA80-544D-9585-1FAD772D2F99}" destId="{6D38A83E-5668-F044-97E4-78E208A7F0E5}" srcOrd="0" destOrd="0" presId="urn:microsoft.com/office/officeart/2005/8/layout/orgChart1"/>
    <dgm:cxn modelId="{8DFD22A9-B762-DB4C-8F9D-8B46A723BA82}" type="presOf" srcId="{EE621C62-7830-CD42-8DD0-59B3980C63A7}" destId="{EEF5958D-735D-574C-996E-2A32583F8BE9}" srcOrd="0" destOrd="0" presId="urn:microsoft.com/office/officeart/2005/8/layout/orgChart1"/>
    <dgm:cxn modelId="{236B60A9-2F41-3543-8B9C-964FEF42930B}" type="presOf" srcId="{2B44075C-9869-9649-895C-4FEB676067CB}" destId="{5442C6C0-70E8-3746-B948-D564F60F0962}" srcOrd="1" destOrd="0" presId="urn:microsoft.com/office/officeart/2005/8/layout/orgChart1"/>
    <dgm:cxn modelId="{E1EFF0A9-3059-C14B-BB4D-34CF1A50F7A7}" type="presOf" srcId="{62693056-0B0D-4626-992C-051F2E792B18}" destId="{16C20232-778C-DB45-9B93-4B91723A9075}" srcOrd="0" destOrd="0" presId="urn:microsoft.com/office/officeart/2005/8/layout/orgChart1"/>
    <dgm:cxn modelId="{3B9D83AA-26D0-4F6A-A2F5-20AA2B5CB4B9}" srcId="{C4CA07C3-E713-4CD5-8BC0-C3536C8A44AA}" destId="{4A020AB9-1CB9-4A73-A69B-DF30A6A8FD18}" srcOrd="1" destOrd="0" parTransId="{A907B150-ED25-4992-87D3-BE0B10E5A6F1}" sibTransId="{142F3B7E-BD69-411E-9FFF-2B0372586099}"/>
    <dgm:cxn modelId="{BA9F2CB7-7F21-764A-BE8C-8194522009AF}" type="presOf" srcId="{D239731A-BDEE-7F43-96AE-E3549FEE0371}" destId="{703EFAF5-64C2-DC4D-AD25-428E4E661D82}" srcOrd="1" destOrd="0" presId="urn:microsoft.com/office/officeart/2005/8/layout/orgChart1"/>
    <dgm:cxn modelId="{0E4545B8-B905-644C-A6FC-CF17C5A3694F}" srcId="{EE621C62-7830-CD42-8DD0-59B3980C63A7}" destId="{2B44075C-9869-9649-895C-4FEB676067CB}" srcOrd="2" destOrd="0" parTransId="{6B13E22C-FE01-0F42-BEA0-F38BD1D3F2D3}" sibTransId="{4F20F63F-B9BA-D942-A133-6F6A3778D9F8}"/>
    <dgm:cxn modelId="{C75315B9-827E-5348-8523-6BAE80EEC743}" type="presOf" srcId="{62693056-0B0D-4626-992C-051F2E792B18}" destId="{E81D8233-5127-8747-915C-1E71167DD356}" srcOrd="1" destOrd="0" presId="urn:microsoft.com/office/officeart/2005/8/layout/orgChart1"/>
    <dgm:cxn modelId="{94F634B9-EE15-C746-9033-76A5345FA572}" type="presOf" srcId="{D69A1BCA-7F2E-4B66-AD87-7F8F5F0E7127}" destId="{40745BC9-AD24-FF47-8BD8-F16FD569A5A7}" srcOrd="0" destOrd="0" presId="urn:microsoft.com/office/officeart/2005/8/layout/orgChart1"/>
    <dgm:cxn modelId="{01F352BB-6254-5949-B844-B9A559739096}" type="presOf" srcId="{2905B16C-77D4-4CB9-8BFC-781286174F38}" destId="{2E579998-9B69-0543-85E1-73EAB6D33A2A}" srcOrd="0" destOrd="0" presId="urn:microsoft.com/office/officeart/2005/8/layout/orgChart1"/>
    <dgm:cxn modelId="{375C5BC2-247B-5E4A-A4D1-40F947528387}" srcId="{0ACAFAE2-734D-4E92-8B74-50F530A39721}" destId="{08677EE6-B6BE-984B-BA81-37C0E9EA8C97}" srcOrd="0" destOrd="0" parTransId="{3587EC20-1895-B142-A6FB-6FB76B4849A2}" sibTransId="{D3E38798-4C75-D443-8320-CB6F59FF2B86}"/>
    <dgm:cxn modelId="{8B771CC5-8016-C64B-BBB4-B5DC10F4054C}" type="presOf" srcId="{944D8054-A2B7-4299-B693-A3F41E66066D}" destId="{5AF92C91-12C2-0F46-BD0F-AF925EFEA2F9}" srcOrd="1" destOrd="0" presId="urn:microsoft.com/office/officeart/2005/8/layout/orgChart1"/>
    <dgm:cxn modelId="{DF7927C6-4084-6343-9C34-CCBC810D06AA}" type="presOf" srcId="{BF246693-B9E2-4B4A-9994-BCE2199A2171}" destId="{8F7E15B5-B4DB-DC44-9326-F607D14889F8}" srcOrd="0" destOrd="0" presId="urn:microsoft.com/office/officeart/2005/8/layout/orgChart1"/>
    <dgm:cxn modelId="{37EF61C7-1113-4A72-82CF-CC37FB74EFE7}" srcId="{E19E024F-CBA0-486F-8154-B476C77F0020}" destId="{009318C8-8591-4C1B-891A-490442B47FAF}" srcOrd="0" destOrd="0" parTransId="{5942B258-29FD-4AB2-923C-2F985D439EC7}" sibTransId="{106EE8BD-0836-4913-8CF4-BDFF274B9C5F}"/>
    <dgm:cxn modelId="{986F27C9-4D1F-4C40-A40B-320B6EECBCAC}" type="presOf" srcId="{2D501A6C-CB1C-42AF-A2B4-95A7ADFD6EB8}" destId="{666A99C3-4620-4F42-B8F8-CC076C517296}" srcOrd="1" destOrd="0" presId="urn:microsoft.com/office/officeart/2005/8/layout/orgChart1"/>
    <dgm:cxn modelId="{FBBAABD0-B197-964F-8D74-D744584D8254}" type="presOf" srcId="{C4CA07C3-E713-4CD5-8BC0-C3536C8A44AA}" destId="{89903A51-E55B-0642-9F70-F37B24DFB602}" srcOrd="0" destOrd="0" presId="urn:microsoft.com/office/officeart/2005/8/layout/orgChart1"/>
    <dgm:cxn modelId="{FD72C1D1-27C7-4EAF-A494-D73D5EB0BEFF}" srcId="{009318C8-8591-4C1B-891A-490442B47FAF}" destId="{D87E956D-0547-4128-AFF1-BD73C88E3683}" srcOrd="0" destOrd="0" parTransId="{96DF1B58-6C96-457F-B9C5-CA7F883CA9C3}" sibTransId="{B3B0C96C-471B-4169-AD62-020428869CE6}"/>
    <dgm:cxn modelId="{8E2AD2D3-4A01-BC42-8B5B-429C52DDABC5}" type="presOf" srcId="{4C2E48C8-806B-564D-AAE0-13CE2843B399}" destId="{FEB8C0D2-544A-F449-A6BB-420E0DCA112E}" srcOrd="0" destOrd="0" presId="urn:microsoft.com/office/officeart/2005/8/layout/orgChart1"/>
    <dgm:cxn modelId="{93D2ABD4-CC44-644C-AB29-242D9BE025E3}" type="presOf" srcId="{0DDEBA6E-DCFC-429B-A5C1-488212499341}" destId="{AD3E502A-CEF8-8C46-9A0E-33AE819D4CFD}" srcOrd="0" destOrd="0" presId="urn:microsoft.com/office/officeart/2005/8/layout/orgChart1"/>
    <dgm:cxn modelId="{EF59A1D7-0E9F-3747-BD94-F48DD933C36F}" type="presOf" srcId="{0DDEBA6E-DCFC-429B-A5C1-488212499341}" destId="{E29C5DD0-CC6C-604B-9F94-7BDC706FC3BF}" srcOrd="1" destOrd="0" presId="urn:microsoft.com/office/officeart/2005/8/layout/orgChart1"/>
    <dgm:cxn modelId="{612881D8-9E3A-BE4E-9F0F-00458B4B4CDF}" type="presOf" srcId="{96DF1B58-6C96-457F-B9C5-CA7F883CA9C3}" destId="{4FCDF3C8-FF17-D842-BCD8-E4EA715337C0}" srcOrd="0" destOrd="0" presId="urn:microsoft.com/office/officeart/2005/8/layout/orgChart1"/>
    <dgm:cxn modelId="{C50C4EDC-29E8-5D44-8515-576E934A3D63}" srcId="{EC5B6BA5-8B27-48D1-BC34-DC94FCB181D7}" destId="{F43D0201-B687-FF43-A49A-67C37EC0DF60}" srcOrd="0" destOrd="0" parTransId="{BF246693-B9E2-4B4A-9994-BCE2199A2171}" sibTransId="{BFDF3B49-372D-864E-9EE0-7D186FF3FF2F}"/>
    <dgm:cxn modelId="{59E6FFDC-E1B0-DD42-ABE5-90A605AE19E5}" type="presOf" srcId="{AC7B98EA-B026-4F08-8052-EC037FB5D742}" destId="{48E716C3-CA10-F946-B8DA-A2501687EF69}" srcOrd="0" destOrd="0" presId="urn:microsoft.com/office/officeart/2005/8/layout/orgChart1"/>
    <dgm:cxn modelId="{390386DE-3AA7-E241-BC2D-95721C458170}" type="presOf" srcId="{1DB38FF9-3325-4F16-A9E6-F84CAFC8FF0F}" destId="{3155032F-390A-944F-904E-571CD7ED8FD8}" srcOrd="0" destOrd="0" presId="urn:microsoft.com/office/officeart/2005/8/layout/orgChart1"/>
    <dgm:cxn modelId="{3E2493DF-B30D-414A-B05C-D9413BE7AF77}" srcId="{36E3B70A-2B3C-4CB6-8258-F783A8D947BE}" destId="{AC7B98EA-B026-4F08-8052-EC037FB5D742}" srcOrd="4" destOrd="0" parTransId="{184A1767-DA0B-466E-A9D1-FB42AE272BD1}" sibTransId="{051A0850-0203-443D-AB2E-9CD76C243A2A}"/>
    <dgm:cxn modelId="{12A714E1-52C3-274E-B52E-6FDDEA6A31F8}" type="presOf" srcId="{ACF22522-8B95-3F4E-B3A3-B0A2ED259E5D}" destId="{4ED93660-227D-D044-9998-917FFA3B320A}" srcOrd="1" destOrd="0" presId="urn:microsoft.com/office/officeart/2005/8/layout/orgChart1"/>
    <dgm:cxn modelId="{CF356FE1-3216-094A-A39B-7B49A1D7FE95}" type="presOf" srcId="{8922629C-2A74-0E42-9F06-5C62E9D0C323}" destId="{32D7F370-35A0-E748-A335-5CC093B6DC50}" srcOrd="0" destOrd="0" presId="urn:microsoft.com/office/officeart/2005/8/layout/orgChart1"/>
    <dgm:cxn modelId="{307AD7E2-7459-3447-A11A-078CE209DAC8}" type="presOf" srcId="{CF9B5626-7FB7-4F12-A803-E460767C759A}" destId="{0203313B-9BDC-584B-B9BD-EB6DE48FDC9F}" srcOrd="0" destOrd="0" presId="urn:microsoft.com/office/officeart/2005/8/layout/orgChart1"/>
    <dgm:cxn modelId="{BB3F0FE5-3299-8148-8AC4-909AE9D389E7}" type="presOf" srcId="{0ACAFAE2-734D-4E92-8B74-50F530A39721}" destId="{1DD96128-7775-4E4B-A409-90FBDD6E18F5}" srcOrd="1" destOrd="0" presId="urn:microsoft.com/office/officeart/2005/8/layout/orgChart1"/>
    <dgm:cxn modelId="{3C2817E7-47A2-5B4A-ABBC-200471D0CF99}" type="presOf" srcId="{944D8054-A2B7-4299-B693-A3F41E66066D}" destId="{22D5829C-91D6-B847-A788-1C5C88CB1936}" srcOrd="0" destOrd="0" presId="urn:microsoft.com/office/officeart/2005/8/layout/orgChart1"/>
    <dgm:cxn modelId="{6A2707EA-4433-AD47-ADBF-92AE2E6E2E98}" type="presOf" srcId="{990910F0-32F2-D04D-A069-4C270329DD8D}" destId="{2B0B2FAC-B688-4141-BFF1-F2A3C72B938E}" srcOrd="0" destOrd="0" presId="urn:microsoft.com/office/officeart/2005/8/layout/orgChart1"/>
    <dgm:cxn modelId="{B49193EC-1A5D-484F-BD28-B66EF9E5B54B}" type="presOf" srcId="{CC309443-3AE2-4840-BF6D-742DD89C02B0}" destId="{8CAA17DB-7947-8647-9FCA-7E5D567EABA5}" srcOrd="1" destOrd="0" presId="urn:microsoft.com/office/officeart/2005/8/layout/orgChart1"/>
    <dgm:cxn modelId="{2F6494ED-2CB7-6045-9F90-DBF3DC0A32FB}" type="presOf" srcId="{A907B150-ED25-4992-87D3-BE0B10E5A6F1}" destId="{7F285808-3179-DC4E-B085-0E78BF4D19CC}" srcOrd="0" destOrd="0" presId="urn:microsoft.com/office/officeart/2005/8/layout/orgChart1"/>
    <dgm:cxn modelId="{25F1FBF0-423B-D346-A49D-C1C8711F65CC}" type="presOf" srcId="{C4CA07C3-E713-4CD5-8BC0-C3536C8A44AA}" destId="{4A8744F0-F258-6B4D-9D63-512FE286F755}" srcOrd="1" destOrd="0" presId="urn:microsoft.com/office/officeart/2005/8/layout/orgChart1"/>
    <dgm:cxn modelId="{CBA920F2-12C0-F441-9AF2-344DFC9696B4}" type="presOf" srcId="{A211AE1B-2D58-430E-81A9-7470B99FFD08}" destId="{A6411A2A-115D-BF47-950C-29108CA65767}" srcOrd="1" destOrd="0" presId="urn:microsoft.com/office/officeart/2005/8/layout/orgChart1"/>
    <dgm:cxn modelId="{A79DBEF6-B6B6-E34D-8945-7A872BEF9486}" type="presOf" srcId="{E19E024F-CBA0-486F-8154-B476C77F0020}" destId="{E98C4352-AF9A-9744-9AF4-B373A55DA0F4}" srcOrd="1" destOrd="0" presId="urn:microsoft.com/office/officeart/2005/8/layout/orgChart1"/>
    <dgm:cxn modelId="{E59733F8-FF1F-4C43-B9DF-EB717141DA88}" srcId="{EC5B6BA5-8B27-48D1-BC34-DC94FCB181D7}" destId="{D239731A-BDEE-7F43-96AE-E3549FEE0371}" srcOrd="1" destOrd="0" parTransId="{6F7380B4-8030-6547-B9D5-60D3EF38E7DD}" sibTransId="{D871FEE3-C444-9F47-9525-851D5B863B1E}"/>
    <dgm:cxn modelId="{F55E0EF9-92BA-2D49-B52C-9A9A7018D593}" type="presOf" srcId="{6F7380B4-8030-6547-B9D5-60D3EF38E7DD}" destId="{760367DD-8A55-B846-A573-FC7DD06B647E}" srcOrd="0" destOrd="0" presId="urn:microsoft.com/office/officeart/2005/8/layout/orgChart1"/>
    <dgm:cxn modelId="{3A0607FA-1F52-0944-953A-AF2F1BF05E85}" type="presOf" srcId="{ED448E46-0EEB-443E-8BA7-D1038693D95C}" destId="{2359D34A-E65D-9A4B-BD4D-627CE1E2B506}" srcOrd="0" destOrd="0" presId="urn:microsoft.com/office/officeart/2005/8/layout/orgChart1"/>
    <dgm:cxn modelId="{06AFADFB-016B-0246-B466-A429E8EBF7D8}" type="presOf" srcId="{8922629C-2A74-0E42-9F06-5C62E9D0C323}" destId="{80FD9DEF-5898-4540-8931-FB77D05DC465}" srcOrd="1" destOrd="0" presId="urn:microsoft.com/office/officeart/2005/8/layout/orgChart1"/>
    <dgm:cxn modelId="{8B70D2FF-1A4D-3B4B-A44C-D6818E95C916}" type="presOf" srcId="{9A27FA61-BD83-43D4-A894-AE1B5F6799DC}" destId="{95C524F7-7CC2-3C42-B638-674C96488B36}" srcOrd="0" destOrd="0" presId="urn:microsoft.com/office/officeart/2005/8/layout/orgChart1"/>
    <dgm:cxn modelId="{327C9FD1-CEF9-C449-B19C-B3BFF77DBDD1}" type="presParOf" srcId="{B3CC6E86-A106-7149-B3F8-6688BB76A72E}" destId="{2B13AB19-A6CA-6049-AF5E-4D0A466CFDED}" srcOrd="0" destOrd="0" presId="urn:microsoft.com/office/officeart/2005/8/layout/orgChart1"/>
    <dgm:cxn modelId="{BD473836-4D71-AB44-8A63-056B08792E4D}" type="presParOf" srcId="{2B13AB19-A6CA-6049-AF5E-4D0A466CFDED}" destId="{5783E2FF-E884-8943-B617-8DA2130695D5}" srcOrd="0" destOrd="0" presId="urn:microsoft.com/office/officeart/2005/8/layout/orgChart1"/>
    <dgm:cxn modelId="{217FAAC4-D1B2-414D-9800-3DDF4FEBF2FB}" type="presParOf" srcId="{5783E2FF-E884-8943-B617-8DA2130695D5}" destId="{D4221630-E710-F048-B966-422A0399230C}" srcOrd="0" destOrd="0" presId="urn:microsoft.com/office/officeart/2005/8/layout/orgChart1"/>
    <dgm:cxn modelId="{19F3D8A0-9353-8C43-BF08-D6A1ADCBB1FF}" type="presParOf" srcId="{5783E2FF-E884-8943-B617-8DA2130695D5}" destId="{98FB891A-4A6A-3148-9C12-5FCEAE58159E}" srcOrd="1" destOrd="0" presId="urn:microsoft.com/office/officeart/2005/8/layout/orgChart1"/>
    <dgm:cxn modelId="{260BD145-E8EC-1147-B4DA-2F255D422A9F}" type="presParOf" srcId="{2B13AB19-A6CA-6049-AF5E-4D0A466CFDED}" destId="{7FF2BE0B-5300-AE4E-BF0B-D8077DCD13A5}" srcOrd="1" destOrd="0" presId="urn:microsoft.com/office/officeart/2005/8/layout/orgChart1"/>
    <dgm:cxn modelId="{F02733CE-640B-F34E-8211-87212DF03B97}" type="presParOf" srcId="{7FF2BE0B-5300-AE4E-BF0B-D8077DCD13A5}" destId="{25A6759D-6494-5747-89DE-41017D631C22}" srcOrd="0" destOrd="0" presId="urn:microsoft.com/office/officeart/2005/8/layout/orgChart1"/>
    <dgm:cxn modelId="{9A71DD5D-DEB8-844D-BEA4-A7AC36F15B93}" type="presParOf" srcId="{7FF2BE0B-5300-AE4E-BF0B-D8077DCD13A5}" destId="{E52F29F4-B18D-7B47-99B9-60C6F95EC937}" srcOrd="1" destOrd="0" presId="urn:microsoft.com/office/officeart/2005/8/layout/orgChart1"/>
    <dgm:cxn modelId="{3B552C2E-E909-264C-A16C-3A5F5AA32242}" type="presParOf" srcId="{E52F29F4-B18D-7B47-99B9-60C6F95EC937}" destId="{9495E04F-024E-A74A-956A-92A2ABEF89DE}" srcOrd="0" destOrd="0" presId="urn:microsoft.com/office/officeart/2005/8/layout/orgChart1"/>
    <dgm:cxn modelId="{2A32A195-5038-4F44-A0B7-1BB95DD9D61A}" type="presParOf" srcId="{9495E04F-024E-A74A-956A-92A2ABEF89DE}" destId="{F41FDA9B-C3BD-2A48-8CE5-C771BD0B29C6}" srcOrd="0" destOrd="0" presId="urn:microsoft.com/office/officeart/2005/8/layout/orgChart1"/>
    <dgm:cxn modelId="{96BD3C16-F4B8-9149-9B30-70BADEDF6D0B}" type="presParOf" srcId="{9495E04F-024E-A74A-956A-92A2ABEF89DE}" destId="{666A99C3-4620-4F42-B8F8-CC076C517296}" srcOrd="1" destOrd="0" presId="urn:microsoft.com/office/officeart/2005/8/layout/orgChart1"/>
    <dgm:cxn modelId="{3C1A5F49-5B64-6C4B-8B99-D206184EFFA7}" type="presParOf" srcId="{E52F29F4-B18D-7B47-99B9-60C6F95EC937}" destId="{FBAD41C1-6C69-2E47-B85E-D9253D4BFA54}" srcOrd="1" destOrd="0" presId="urn:microsoft.com/office/officeart/2005/8/layout/orgChart1"/>
    <dgm:cxn modelId="{DD11AAEF-0682-BF47-9A9A-9047037A8EE1}" type="presParOf" srcId="{FBAD41C1-6C69-2E47-B85E-D9253D4BFA54}" destId="{3155032F-390A-944F-904E-571CD7ED8FD8}" srcOrd="0" destOrd="0" presId="urn:microsoft.com/office/officeart/2005/8/layout/orgChart1"/>
    <dgm:cxn modelId="{572EA5F7-68A6-964A-9B85-437EEE9EB68B}" type="presParOf" srcId="{FBAD41C1-6C69-2E47-B85E-D9253D4BFA54}" destId="{EB441A6B-8CAC-164A-8DA5-4697371C5762}" srcOrd="1" destOrd="0" presId="urn:microsoft.com/office/officeart/2005/8/layout/orgChart1"/>
    <dgm:cxn modelId="{A24F1251-6742-EE48-8B28-4785B268F2E9}" type="presParOf" srcId="{EB441A6B-8CAC-164A-8DA5-4697371C5762}" destId="{60827090-340E-8040-9814-F05152DCFC51}" srcOrd="0" destOrd="0" presId="urn:microsoft.com/office/officeart/2005/8/layout/orgChart1"/>
    <dgm:cxn modelId="{4CB99209-DA5D-9D4D-B3A2-57BA39032211}" type="presParOf" srcId="{60827090-340E-8040-9814-F05152DCFC51}" destId="{188680AF-6C00-7341-A604-ED45FAC46111}" srcOrd="0" destOrd="0" presId="urn:microsoft.com/office/officeart/2005/8/layout/orgChart1"/>
    <dgm:cxn modelId="{BF31EA6F-3BC5-2A41-895B-C4D994BB18FD}" type="presParOf" srcId="{60827090-340E-8040-9814-F05152DCFC51}" destId="{424F6E4D-91DA-6B43-BE7C-1D8C38ECDD23}" srcOrd="1" destOrd="0" presId="urn:microsoft.com/office/officeart/2005/8/layout/orgChart1"/>
    <dgm:cxn modelId="{07D7B66F-E63B-C743-80BF-A9C75A561743}" type="presParOf" srcId="{EB441A6B-8CAC-164A-8DA5-4697371C5762}" destId="{90E6BA0D-B201-E34C-AEBC-EEEA56BB04C4}" srcOrd="1" destOrd="0" presId="urn:microsoft.com/office/officeart/2005/8/layout/orgChart1"/>
    <dgm:cxn modelId="{DAA2C405-E458-0846-863A-E2ED996F96D5}" type="presParOf" srcId="{90E6BA0D-B201-E34C-AEBC-EEEA56BB04C4}" destId="{95C524F7-7CC2-3C42-B638-674C96488B36}" srcOrd="0" destOrd="0" presId="urn:microsoft.com/office/officeart/2005/8/layout/orgChart1"/>
    <dgm:cxn modelId="{38C56799-A177-9E49-8DE1-C49A5095623C}" type="presParOf" srcId="{90E6BA0D-B201-E34C-AEBC-EEEA56BB04C4}" destId="{C9A13493-D448-D244-95EE-6331C539173D}" srcOrd="1" destOrd="0" presId="urn:microsoft.com/office/officeart/2005/8/layout/orgChart1"/>
    <dgm:cxn modelId="{64D4774B-936F-4542-876C-3529CCC0680F}" type="presParOf" srcId="{C9A13493-D448-D244-95EE-6331C539173D}" destId="{F2E8BD79-AF39-8A4B-AD29-2D55CF6DAB3E}" srcOrd="0" destOrd="0" presId="urn:microsoft.com/office/officeart/2005/8/layout/orgChart1"/>
    <dgm:cxn modelId="{2C04B7D9-96BF-7848-84BD-642EA7E9BCE8}" type="presParOf" srcId="{F2E8BD79-AF39-8A4B-AD29-2D55CF6DAB3E}" destId="{22D5829C-91D6-B847-A788-1C5C88CB1936}" srcOrd="0" destOrd="0" presId="urn:microsoft.com/office/officeart/2005/8/layout/orgChart1"/>
    <dgm:cxn modelId="{6C10731A-6032-8A45-81B5-8D5167DA72A8}" type="presParOf" srcId="{F2E8BD79-AF39-8A4B-AD29-2D55CF6DAB3E}" destId="{5AF92C91-12C2-0F46-BD0F-AF925EFEA2F9}" srcOrd="1" destOrd="0" presId="urn:microsoft.com/office/officeart/2005/8/layout/orgChart1"/>
    <dgm:cxn modelId="{554CDD92-46D1-BD40-BB50-A7875D27E020}" type="presParOf" srcId="{C9A13493-D448-D244-95EE-6331C539173D}" destId="{D249B8CB-D487-1840-AAC1-D98A78B2DB00}" srcOrd="1" destOrd="0" presId="urn:microsoft.com/office/officeart/2005/8/layout/orgChart1"/>
    <dgm:cxn modelId="{F45379C9-D52D-C34E-8D35-3C4C4C9A9342}" type="presParOf" srcId="{C9A13493-D448-D244-95EE-6331C539173D}" destId="{1F792D80-EF32-9F4B-8529-4AB252E8ABE8}" srcOrd="2" destOrd="0" presId="urn:microsoft.com/office/officeart/2005/8/layout/orgChart1"/>
    <dgm:cxn modelId="{551BDF5B-36C9-C941-A75B-48562D9DF739}" type="presParOf" srcId="{EB441A6B-8CAC-164A-8DA5-4697371C5762}" destId="{B0683231-00E9-1E46-845C-34C9855347CA}" srcOrd="2" destOrd="0" presId="urn:microsoft.com/office/officeart/2005/8/layout/orgChart1"/>
    <dgm:cxn modelId="{BFA9E40A-B119-044E-BA92-34E51C261EC3}" type="presParOf" srcId="{FBAD41C1-6C69-2E47-B85E-D9253D4BFA54}" destId="{2359D34A-E65D-9A4B-BD4D-627CE1E2B506}" srcOrd="2" destOrd="0" presId="urn:microsoft.com/office/officeart/2005/8/layout/orgChart1"/>
    <dgm:cxn modelId="{1C69906D-99DC-0143-8C8B-C20546D6DACA}" type="presParOf" srcId="{FBAD41C1-6C69-2E47-B85E-D9253D4BFA54}" destId="{D7227297-A00C-A444-8C48-4E700719FE88}" srcOrd="3" destOrd="0" presId="urn:microsoft.com/office/officeart/2005/8/layout/orgChart1"/>
    <dgm:cxn modelId="{555516C3-11B5-B544-B684-0A0884F95894}" type="presParOf" srcId="{D7227297-A00C-A444-8C48-4E700719FE88}" destId="{BAAE5346-0E21-8942-A355-8292BA324445}" srcOrd="0" destOrd="0" presId="urn:microsoft.com/office/officeart/2005/8/layout/orgChart1"/>
    <dgm:cxn modelId="{4175C39D-2CEF-8642-BAFC-CB6FAF719066}" type="presParOf" srcId="{BAAE5346-0E21-8942-A355-8292BA324445}" destId="{16C20232-778C-DB45-9B93-4B91723A9075}" srcOrd="0" destOrd="0" presId="urn:microsoft.com/office/officeart/2005/8/layout/orgChart1"/>
    <dgm:cxn modelId="{7A251143-7EC3-5C49-87AC-D1EB4F53D0B0}" type="presParOf" srcId="{BAAE5346-0E21-8942-A355-8292BA324445}" destId="{E81D8233-5127-8747-915C-1E71167DD356}" srcOrd="1" destOrd="0" presId="urn:microsoft.com/office/officeart/2005/8/layout/orgChart1"/>
    <dgm:cxn modelId="{93EC730E-7B32-CB47-8552-6562FEC76DAE}" type="presParOf" srcId="{D7227297-A00C-A444-8C48-4E700719FE88}" destId="{96AD312A-5A4E-4447-8A42-77526FA18AA1}" srcOrd="1" destOrd="0" presId="urn:microsoft.com/office/officeart/2005/8/layout/orgChart1"/>
    <dgm:cxn modelId="{6D43AC0B-979B-D544-B2EE-D4DFFD001652}" type="presParOf" srcId="{96AD312A-5A4E-4447-8A42-77526FA18AA1}" destId="{9E716B38-9C36-9C41-B94F-AB319A540941}" srcOrd="0" destOrd="0" presId="urn:microsoft.com/office/officeart/2005/8/layout/orgChart1"/>
    <dgm:cxn modelId="{673FF5EB-EBC0-F94F-84C4-DE11A936CEAA}" type="presParOf" srcId="{96AD312A-5A4E-4447-8A42-77526FA18AA1}" destId="{1468E0A8-88B7-7B4D-8BAE-E2FAE044E815}" srcOrd="1" destOrd="0" presId="urn:microsoft.com/office/officeart/2005/8/layout/orgChart1"/>
    <dgm:cxn modelId="{67D26B07-120C-4641-9612-A039E68F47AC}" type="presParOf" srcId="{1468E0A8-88B7-7B4D-8BAE-E2FAE044E815}" destId="{719F214B-1CE8-0745-A0B5-373C739E89AD}" srcOrd="0" destOrd="0" presId="urn:microsoft.com/office/officeart/2005/8/layout/orgChart1"/>
    <dgm:cxn modelId="{0CBC683E-BCD7-B84E-BA88-B78DB2F0F482}" type="presParOf" srcId="{719F214B-1CE8-0745-A0B5-373C739E89AD}" destId="{BEB93EBC-F542-254B-9C46-50712A062B21}" srcOrd="0" destOrd="0" presId="urn:microsoft.com/office/officeart/2005/8/layout/orgChart1"/>
    <dgm:cxn modelId="{22FBB02A-8E86-0C45-815D-71E7E85D9486}" type="presParOf" srcId="{719F214B-1CE8-0745-A0B5-373C739E89AD}" destId="{A6411A2A-115D-BF47-950C-29108CA65767}" srcOrd="1" destOrd="0" presId="urn:microsoft.com/office/officeart/2005/8/layout/orgChart1"/>
    <dgm:cxn modelId="{E22AE059-1A22-C146-9FEF-47B5654629B7}" type="presParOf" srcId="{1468E0A8-88B7-7B4D-8BAE-E2FAE044E815}" destId="{48526E0A-CFAD-E24C-9701-9B3629AEFF12}" srcOrd="1" destOrd="0" presId="urn:microsoft.com/office/officeart/2005/8/layout/orgChart1"/>
    <dgm:cxn modelId="{B1825515-0A47-8242-BA69-DE20B96C7747}" type="presParOf" srcId="{1468E0A8-88B7-7B4D-8BAE-E2FAE044E815}" destId="{A3EE5BDA-9FE0-DE44-A196-C6BA90FC3BA4}" srcOrd="2" destOrd="0" presId="urn:microsoft.com/office/officeart/2005/8/layout/orgChart1"/>
    <dgm:cxn modelId="{E9C011E9-169C-5242-8CB4-0A2F1F73C5BF}" type="presParOf" srcId="{96AD312A-5A4E-4447-8A42-77526FA18AA1}" destId="{25C3C468-6F2A-F540-B390-8BA4E3C71257}" srcOrd="2" destOrd="0" presId="urn:microsoft.com/office/officeart/2005/8/layout/orgChart1"/>
    <dgm:cxn modelId="{D242599F-7830-5142-BBF6-7F35BAD30615}" type="presParOf" srcId="{96AD312A-5A4E-4447-8A42-77526FA18AA1}" destId="{9E39C45C-2F15-0343-BF10-BEF14F08F9C7}" srcOrd="3" destOrd="0" presId="urn:microsoft.com/office/officeart/2005/8/layout/orgChart1"/>
    <dgm:cxn modelId="{281C5476-7837-F44A-8E32-41652A05322F}" type="presParOf" srcId="{9E39C45C-2F15-0343-BF10-BEF14F08F9C7}" destId="{42F1A350-DD23-A547-B54F-7FC421CEBE89}" srcOrd="0" destOrd="0" presId="urn:microsoft.com/office/officeart/2005/8/layout/orgChart1"/>
    <dgm:cxn modelId="{D2DE51D5-A3E3-2243-A4DF-58D3711F7876}" type="presParOf" srcId="{42F1A350-DD23-A547-B54F-7FC421CEBE89}" destId="{AD3E502A-CEF8-8C46-9A0E-33AE819D4CFD}" srcOrd="0" destOrd="0" presId="urn:microsoft.com/office/officeart/2005/8/layout/orgChart1"/>
    <dgm:cxn modelId="{F39E649E-B46A-7949-84D0-3EBCAC735DA7}" type="presParOf" srcId="{42F1A350-DD23-A547-B54F-7FC421CEBE89}" destId="{E29C5DD0-CC6C-604B-9F94-7BDC706FC3BF}" srcOrd="1" destOrd="0" presId="urn:microsoft.com/office/officeart/2005/8/layout/orgChart1"/>
    <dgm:cxn modelId="{A8500DDD-BDC8-274C-A168-F78F863E6D6C}" type="presParOf" srcId="{9E39C45C-2F15-0343-BF10-BEF14F08F9C7}" destId="{B43AFAA9-3CEF-684D-9A91-A3C41EA32868}" srcOrd="1" destOrd="0" presId="urn:microsoft.com/office/officeart/2005/8/layout/orgChart1"/>
    <dgm:cxn modelId="{412A1486-5A7C-B047-A3C0-E3D029C84392}" type="presParOf" srcId="{9E39C45C-2F15-0343-BF10-BEF14F08F9C7}" destId="{5ACD8956-3E71-9D42-864F-7B09AA30F951}" srcOrd="2" destOrd="0" presId="urn:microsoft.com/office/officeart/2005/8/layout/orgChart1"/>
    <dgm:cxn modelId="{98E29ECE-EA52-2942-A159-D787771B3350}" type="presParOf" srcId="{D7227297-A00C-A444-8C48-4E700719FE88}" destId="{93C91EA0-906A-0B42-BDA7-76F23FC9990D}" srcOrd="2" destOrd="0" presId="urn:microsoft.com/office/officeart/2005/8/layout/orgChart1"/>
    <dgm:cxn modelId="{3CB298BD-E283-7C4A-A333-20665DE01B45}" type="presParOf" srcId="{E52F29F4-B18D-7B47-99B9-60C6F95EC937}" destId="{A10046BD-F451-0842-BC8E-A152A4686E36}" srcOrd="2" destOrd="0" presId="urn:microsoft.com/office/officeart/2005/8/layout/orgChart1"/>
    <dgm:cxn modelId="{5A02FEB6-F04D-1F4C-A1B3-B954CF89A237}" type="presParOf" srcId="{7FF2BE0B-5300-AE4E-BF0B-D8077DCD13A5}" destId="{2E579998-9B69-0543-85E1-73EAB6D33A2A}" srcOrd="2" destOrd="0" presId="urn:microsoft.com/office/officeart/2005/8/layout/orgChart1"/>
    <dgm:cxn modelId="{D24650F2-DA61-5345-8E6A-9C27336927BF}" type="presParOf" srcId="{7FF2BE0B-5300-AE4E-BF0B-D8077DCD13A5}" destId="{42566339-8AC1-5649-A82C-391B1F34554A}" srcOrd="3" destOrd="0" presId="urn:microsoft.com/office/officeart/2005/8/layout/orgChart1"/>
    <dgm:cxn modelId="{CA80D675-6F50-DB41-A0E3-E67D6321622B}" type="presParOf" srcId="{42566339-8AC1-5649-A82C-391B1F34554A}" destId="{57A90AC1-FD75-E742-B363-7EF7AC6FD8C2}" srcOrd="0" destOrd="0" presId="urn:microsoft.com/office/officeart/2005/8/layout/orgChart1"/>
    <dgm:cxn modelId="{45BCDCAB-83DA-0149-8EAE-F375CE04C7D0}" type="presParOf" srcId="{57A90AC1-FD75-E742-B363-7EF7AC6FD8C2}" destId="{2813604D-BFB9-F543-A968-A645EE0E27B8}" srcOrd="0" destOrd="0" presId="urn:microsoft.com/office/officeart/2005/8/layout/orgChart1"/>
    <dgm:cxn modelId="{CEA115F6-CB66-AE4D-9155-26BE66AF8ED4}" type="presParOf" srcId="{57A90AC1-FD75-E742-B363-7EF7AC6FD8C2}" destId="{E98C4352-AF9A-9744-9AF4-B373A55DA0F4}" srcOrd="1" destOrd="0" presId="urn:microsoft.com/office/officeart/2005/8/layout/orgChart1"/>
    <dgm:cxn modelId="{AF5AA06B-9D26-2E49-B49D-9E760BC3351C}" type="presParOf" srcId="{42566339-8AC1-5649-A82C-391B1F34554A}" destId="{B3EDB504-7ABE-A545-8779-D16A013F2E7A}" srcOrd="1" destOrd="0" presId="urn:microsoft.com/office/officeart/2005/8/layout/orgChart1"/>
    <dgm:cxn modelId="{161BD1D9-3D3F-F443-BAC3-0A00393F59FE}" type="presParOf" srcId="{B3EDB504-7ABE-A545-8779-D16A013F2E7A}" destId="{1984CD67-38DA-0844-AD81-C4924FCD9C37}" srcOrd="0" destOrd="0" presId="urn:microsoft.com/office/officeart/2005/8/layout/orgChart1"/>
    <dgm:cxn modelId="{DA27A038-25A1-214C-B56C-8D568BA50C8A}" type="presParOf" srcId="{B3EDB504-7ABE-A545-8779-D16A013F2E7A}" destId="{F0E03BB5-A804-B547-9639-9D61A7043796}" srcOrd="1" destOrd="0" presId="urn:microsoft.com/office/officeart/2005/8/layout/orgChart1"/>
    <dgm:cxn modelId="{4251EF89-9918-8447-951E-3B76BDF4D6CE}" type="presParOf" srcId="{F0E03BB5-A804-B547-9639-9D61A7043796}" destId="{F932CBEB-11DD-A645-B121-C6FE8E1758E9}" srcOrd="0" destOrd="0" presId="urn:microsoft.com/office/officeart/2005/8/layout/orgChart1"/>
    <dgm:cxn modelId="{3838BF91-1627-9A43-BA91-329B6EDC9641}" type="presParOf" srcId="{F932CBEB-11DD-A645-B121-C6FE8E1758E9}" destId="{E58435D3-0FCA-AA42-B6B6-022BD559EE4E}" srcOrd="0" destOrd="0" presId="urn:microsoft.com/office/officeart/2005/8/layout/orgChart1"/>
    <dgm:cxn modelId="{1067CF60-A11C-7941-81DD-9E23CF970248}" type="presParOf" srcId="{F932CBEB-11DD-A645-B121-C6FE8E1758E9}" destId="{D2053896-8830-5F40-A7FF-315D6F629D4E}" srcOrd="1" destOrd="0" presId="urn:microsoft.com/office/officeart/2005/8/layout/orgChart1"/>
    <dgm:cxn modelId="{00CDE963-4C54-E341-9E1D-5507B36C2C4E}" type="presParOf" srcId="{F0E03BB5-A804-B547-9639-9D61A7043796}" destId="{96C7B5CF-3A41-2544-B92C-4A1648E08DCC}" srcOrd="1" destOrd="0" presId="urn:microsoft.com/office/officeart/2005/8/layout/orgChart1"/>
    <dgm:cxn modelId="{1D77FC12-6766-A541-95C2-8FC4AEDA9D41}" type="presParOf" srcId="{96C7B5CF-3A41-2544-B92C-4A1648E08DCC}" destId="{4FCDF3C8-FF17-D842-BCD8-E4EA715337C0}" srcOrd="0" destOrd="0" presId="urn:microsoft.com/office/officeart/2005/8/layout/orgChart1"/>
    <dgm:cxn modelId="{FA359765-CC6E-DB49-80BD-D4BF1D40D51D}" type="presParOf" srcId="{96C7B5CF-3A41-2544-B92C-4A1648E08DCC}" destId="{6C253317-CAEE-3846-BC01-474C50ACAC4F}" srcOrd="1" destOrd="0" presId="urn:microsoft.com/office/officeart/2005/8/layout/orgChart1"/>
    <dgm:cxn modelId="{195EACEC-D06B-6643-B773-C4553B5295A0}" type="presParOf" srcId="{6C253317-CAEE-3846-BC01-474C50ACAC4F}" destId="{18958359-2640-B647-8A97-B98D8B176D0B}" srcOrd="0" destOrd="0" presId="urn:microsoft.com/office/officeart/2005/8/layout/orgChart1"/>
    <dgm:cxn modelId="{1E6BBE6B-F3BF-6448-A33D-392C948C5E8A}" type="presParOf" srcId="{18958359-2640-B647-8A97-B98D8B176D0B}" destId="{64473842-1E19-724C-B6B6-F4841C98F7CF}" srcOrd="0" destOrd="0" presId="urn:microsoft.com/office/officeart/2005/8/layout/orgChart1"/>
    <dgm:cxn modelId="{652153A9-0285-054C-812F-7639BF2B5A21}" type="presParOf" srcId="{18958359-2640-B647-8A97-B98D8B176D0B}" destId="{4998B931-5A60-1549-93A9-9BFF5C3B3942}" srcOrd="1" destOrd="0" presId="urn:microsoft.com/office/officeart/2005/8/layout/orgChart1"/>
    <dgm:cxn modelId="{100DBB41-606D-B348-964B-68D364F562A5}" type="presParOf" srcId="{6C253317-CAEE-3846-BC01-474C50ACAC4F}" destId="{65B81589-CA79-5A42-A7DB-2394F7BFC597}" srcOrd="1" destOrd="0" presId="urn:microsoft.com/office/officeart/2005/8/layout/orgChart1"/>
    <dgm:cxn modelId="{91240B33-3658-034A-9D2B-08C4E2F2055B}" type="presParOf" srcId="{6C253317-CAEE-3846-BC01-474C50ACAC4F}" destId="{52D0EC79-7DD7-6247-866B-FA6CD05441DB}" srcOrd="2" destOrd="0" presId="urn:microsoft.com/office/officeart/2005/8/layout/orgChart1"/>
    <dgm:cxn modelId="{08409CBF-4AF7-A145-9AFC-ED0F43B8921E}" type="presParOf" srcId="{F0E03BB5-A804-B547-9639-9D61A7043796}" destId="{D92A5CE7-2ACC-2845-8DA7-E70E5D7362E9}" srcOrd="2" destOrd="0" presId="urn:microsoft.com/office/officeart/2005/8/layout/orgChart1"/>
    <dgm:cxn modelId="{33B73FCC-19D6-4C4E-B744-1870B3614E19}" type="presParOf" srcId="{B3EDB504-7ABE-A545-8779-D16A013F2E7A}" destId="{F8A5D78E-C875-FD4F-84F5-B9725C30EF2A}" srcOrd="2" destOrd="0" presId="urn:microsoft.com/office/officeart/2005/8/layout/orgChart1"/>
    <dgm:cxn modelId="{6D3B6456-7F5F-4346-9FB5-534C5CDF4AC1}" type="presParOf" srcId="{B3EDB504-7ABE-A545-8779-D16A013F2E7A}" destId="{2C16D943-B4CD-CF4C-94E6-34F0D73CFB18}" srcOrd="3" destOrd="0" presId="urn:microsoft.com/office/officeart/2005/8/layout/orgChart1"/>
    <dgm:cxn modelId="{8096D1D4-9B08-EC41-8A5F-CFDA24BB00B9}" type="presParOf" srcId="{2C16D943-B4CD-CF4C-94E6-34F0D73CFB18}" destId="{7B3EFEBE-19B3-D04C-9AC4-AE050884AD8F}" srcOrd="0" destOrd="0" presId="urn:microsoft.com/office/officeart/2005/8/layout/orgChart1"/>
    <dgm:cxn modelId="{52522D9F-E948-C94C-AC6B-547586A3654D}" type="presParOf" srcId="{7B3EFEBE-19B3-D04C-9AC4-AE050884AD8F}" destId="{89903A51-E55B-0642-9F70-F37B24DFB602}" srcOrd="0" destOrd="0" presId="urn:microsoft.com/office/officeart/2005/8/layout/orgChart1"/>
    <dgm:cxn modelId="{BBBC3560-1692-F844-A281-62B99653BE6A}" type="presParOf" srcId="{7B3EFEBE-19B3-D04C-9AC4-AE050884AD8F}" destId="{4A8744F0-F258-6B4D-9D63-512FE286F755}" srcOrd="1" destOrd="0" presId="urn:microsoft.com/office/officeart/2005/8/layout/orgChart1"/>
    <dgm:cxn modelId="{2BF43CBE-DB70-BF49-ACEB-A47CDB0DE9DA}" type="presParOf" srcId="{2C16D943-B4CD-CF4C-94E6-34F0D73CFB18}" destId="{90DE28CB-1646-5142-A765-B0CF0B0C7A77}" srcOrd="1" destOrd="0" presId="urn:microsoft.com/office/officeart/2005/8/layout/orgChart1"/>
    <dgm:cxn modelId="{3D4B3F4D-2C51-EC4A-BC73-304A4E8C42AD}" type="presParOf" srcId="{90DE28CB-1646-5142-A765-B0CF0B0C7A77}" destId="{2C1C2671-FFF8-4140-8323-29BCF59666B1}" srcOrd="0" destOrd="0" presId="urn:microsoft.com/office/officeart/2005/8/layout/orgChart1"/>
    <dgm:cxn modelId="{BDA484A8-5781-1141-9393-2FC966AB7CEB}" type="presParOf" srcId="{90DE28CB-1646-5142-A765-B0CF0B0C7A77}" destId="{A966AE84-B11C-624C-B4EA-CC1412048A0D}" srcOrd="1" destOrd="0" presId="urn:microsoft.com/office/officeart/2005/8/layout/orgChart1"/>
    <dgm:cxn modelId="{0C65C281-2393-AA4F-9620-A775420AB635}" type="presParOf" srcId="{A966AE84-B11C-624C-B4EA-CC1412048A0D}" destId="{8E3B4AFE-73DF-084B-85B3-1EE7478793B8}" srcOrd="0" destOrd="0" presId="urn:microsoft.com/office/officeart/2005/8/layout/orgChart1"/>
    <dgm:cxn modelId="{73F1A2C2-966B-4B48-8934-32455EEC2967}" type="presParOf" srcId="{8E3B4AFE-73DF-084B-85B3-1EE7478793B8}" destId="{40745BC9-AD24-FF47-8BD8-F16FD569A5A7}" srcOrd="0" destOrd="0" presId="urn:microsoft.com/office/officeart/2005/8/layout/orgChart1"/>
    <dgm:cxn modelId="{11CE4DB1-8256-DC43-9018-B921ACF15DD1}" type="presParOf" srcId="{8E3B4AFE-73DF-084B-85B3-1EE7478793B8}" destId="{0655818A-889A-A544-9DFC-8AFFE9D9CD28}" srcOrd="1" destOrd="0" presId="urn:microsoft.com/office/officeart/2005/8/layout/orgChart1"/>
    <dgm:cxn modelId="{C1A1C5DB-F93C-C441-A7EF-13F93C163807}" type="presParOf" srcId="{A966AE84-B11C-624C-B4EA-CC1412048A0D}" destId="{7A9F1644-3A13-7040-8F85-3F98CF80F68B}" srcOrd="1" destOrd="0" presId="urn:microsoft.com/office/officeart/2005/8/layout/orgChart1"/>
    <dgm:cxn modelId="{2EA3722A-DF22-F04A-AC00-FAD90369BE45}" type="presParOf" srcId="{A966AE84-B11C-624C-B4EA-CC1412048A0D}" destId="{78BB2F70-A077-E149-9E75-F38ADB124C44}" srcOrd="2" destOrd="0" presId="urn:microsoft.com/office/officeart/2005/8/layout/orgChart1"/>
    <dgm:cxn modelId="{B0D57D22-4E36-0D47-8718-56DB7A5ED4AD}" type="presParOf" srcId="{90DE28CB-1646-5142-A765-B0CF0B0C7A77}" destId="{7F285808-3179-DC4E-B085-0E78BF4D19CC}" srcOrd="2" destOrd="0" presId="urn:microsoft.com/office/officeart/2005/8/layout/orgChart1"/>
    <dgm:cxn modelId="{440BF99B-D6D2-034A-A49E-AAFCC843CCD0}" type="presParOf" srcId="{90DE28CB-1646-5142-A765-B0CF0B0C7A77}" destId="{57CB51E9-5C74-FF49-A13C-1C796493706A}" srcOrd="3" destOrd="0" presId="urn:microsoft.com/office/officeart/2005/8/layout/orgChart1"/>
    <dgm:cxn modelId="{9B0606ED-5658-5E4A-AAD8-BEC276E4922C}" type="presParOf" srcId="{57CB51E9-5C74-FF49-A13C-1C796493706A}" destId="{001D67D0-87ED-3B41-99EB-CE3B01B218C7}" srcOrd="0" destOrd="0" presId="urn:microsoft.com/office/officeart/2005/8/layout/orgChart1"/>
    <dgm:cxn modelId="{F68580E6-7343-6E4C-B6E2-3D5F295B1009}" type="presParOf" srcId="{001D67D0-87ED-3B41-99EB-CE3B01B218C7}" destId="{2A17CC5D-82B9-1346-83C3-1D6EED6232AC}" srcOrd="0" destOrd="0" presId="urn:microsoft.com/office/officeart/2005/8/layout/orgChart1"/>
    <dgm:cxn modelId="{AC380B1E-4F1F-D941-B483-E77DE938C5F6}" type="presParOf" srcId="{001D67D0-87ED-3B41-99EB-CE3B01B218C7}" destId="{0B507A11-D6D0-2E45-8B8A-B7998A5049FC}" srcOrd="1" destOrd="0" presId="urn:microsoft.com/office/officeart/2005/8/layout/orgChart1"/>
    <dgm:cxn modelId="{B421455C-F766-A343-8010-A11CE1C4ACB7}" type="presParOf" srcId="{57CB51E9-5C74-FF49-A13C-1C796493706A}" destId="{0908345D-DA9C-4144-BFFC-B82E832EDAD1}" srcOrd="1" destOrd="0" presId="urn:microsoft.com/office/officeart/2005/8/layout/orgChart1"/>
    <dgm:cxn modelId="{698D2639-BCB6-6148-8DAD-38C21A974FCC}" type="presParOf" srcId="{57CB51E9-5C74-FF49-A13C-1C796493706A}" destId="{DD653C76-EE14-CE40-A30E-3A3B738BC17E}" srcOrd="2" destOrd="0" presId="urn:microsoft.com/office/officeart/2005/8/layout/orgChart1"/>
    <dgm:cxn modelId="{0639F050-6F02-9448-899B-025F0E400402}" type="presParOf" srcId="{90DE28CB-1646-5142-A765-B0CF0B0C7A77}" destId="{E28DE98D-81FC-E44B-BC38-438DBDA44E90}" srcOrd="4" destOrd="0" presId="urn:microsoft.com/office/officeart/2005/8/layout/orgChart1"/>
    <dgm:cxn modelId="{1B687187-6C6D-724C-9464-3D042EE2505E}" type="presParOf" srcId="{90DE28CB-1646-5142-A765-B0CF0B0C7A77}" destId="{27E0A3AE-6817-E241-9784-B637E3873649}" srcOrd="5" destOrd="0" presId="urn:microsoft.com/office/officeart/2005/8/layout/orgChart1"/>
    <dgm:cxn modelId="{6CB88C1B-4F76-F249-A7F6-385BA962B2BF}" type="presParOf" srcId="{27E0A3AE-6817-E241-9784-B637E3873649}" destId="{0C087E21-A1E7-7E4F-B577-0B4DD571BEC1}" srcOrd="0" destOrd="0" presId="urn:microsoft.com/office/officeart/2005/8/layout/orgChart1"/>
    <dgm:cxn modelId="{A18497EE-8DE9-2846-B2B8-23182FD26B67}" type="presParOf" srcId="{0C087E21-A1E7-7E4F-B577-0B4DD571BEC1}" destId="{98E4F4F8-66F1-4C41-9C3F-C1C52DBF6CE7}" srcOrd="0" destOrd="0" presId="urn:microsoft.com/office/officeart/2005/8/layout/orgChart1"/>
    <dgm:cxn modelId="{487A73CD-2C71-0344-940F-BD777AEF1F7B}" type="presParOf" srcId="{0C087E21-A1E7-7E4F-B577-0B4DD571BEC1}" destId="{8CAA17DB-7947-8647-9FCA-7E5D567EABA5}" srcOrd="1" destOrd="0" presId="urn:microsoft.com/office/officeart/2005/8/layout/orgChart1"/>
    <dgm:cxn modelId="{766DAD82-8618-EF41-B45A-1138B8AFCFC1}" type="presParOf" srcId="{27E0A3AE-6817-E241-9784-B637E3873649}" destId="{A0013051-7785-464B-9C04-D5B94134B911}" srcOrd="1" destOrd="0" presId="urn:microsoft.com/office/officeart/2005/8/layout/orgChart1"/>
    <dgm:cxn modelId="{1C0F9ACF-0C49-B24D-8298-AD987EFE4D33}" type="presParOf" srcId="{27E0A3AE-6817-E241-9784-B637E3873649}" destId="{EAE2C3EF-BB63-AD42-85CD-A7006671865C}" srcOrd="2" destOrd="0" presId="urn:microsoft.com/office/officeart/2005/8/layout/orgChart1"/>
    <dgm:cxn modelId="{6EB4743F-DE49-6B46-AE42-2A4A9D6BE948}" type="presParOf" srcId="{2C16D943-B4CD-CF4C-94E6-34F0D73CFB18}" destId="{1AAD237C-2F90-5146-95DB-12B4140926FB}" srcOrd="2" destOrd="0" presId="urn:microsoft.com/office/officeart/2005/8/layout/orgChart1"/>
    <dgm:cxn modelId="{4D8F3327-377E-7F49-9552-AA65F779A2AC}" type="presParOf" srcId="{42566339-8AC1-5649-A82C-391B1F34554A}" destId="{ADCB3FD1-AB5E-4B41-8832-79408B5599E7}" srcOrd="2" destOrd="0" presId="urn:microsoft.com/office/officeart/2005/8/layout/orgChart1"/>
    <dgm:cxn modelId="{F8FA749C-B666-5341-9ED9-172FDEA5C299}" type="presParOf" srcId="{7FF2BE0B-5300-AE4E-BF0B-D8077DCD13A5}" destId="{AB22D78F-F0F5-4F48-9B0A-A11467F11BE9}" srcOrd="4" destOrd="0" presId="urn:microsoft.com/office/officeart/2005/8/layout/orgChart1"/>
    <dgm:cxn modelId="{D62514B6-E8B3-4D41-9C1B-E69C76955D66}" type="presParOf" srcId="{7FF2BE0B-5300-AE4E-BF0B-D8077DCD13A5}" destId="{E80B3A96-D910-9040-BA45-02853626DD1C}" srcOrd="5" destOrd="0" presId="urn:microsoft.com/office/officeart/2005/8/layout/orgChart1"/>
    <dgm:cxn modelId="{DFADB7B9-6048-C846-83A8-BE084A292A2A}" type="presParOf" srcId="{E80B3A96-D910-9040-BA45-02853626DD1C}" destId="{32F7A3BC-A877-8540-83F7-4AFAE3A82A40}" srcOrd="0" destOrd="0" presId="urn:microsoft.com/office/officeart/2005/8/layout/orgChart1"/>
    <dgm:cxn modelId="{A8B06FBD-1DC9-C148-BE58-B62D75065EB2}" type="presParOf" srcId="{32F7A3BC-A877-8540-83F7-4AFAE3A82A40}" destId="{90C2E529-CBE4-434F-8A45-34F63337B1A9}" srcOrd="0" destOrd="0" presId="urn:microsoft.com/office/officeart/2005/8/layout/orgChart1"/>
    <dgm:cxn modelId="{D7673A32-4252-E14F-B1C7-45EBD4EFC4A8}" type="presParOf" srcId="{32F7A3BC-A877-8540-83F7-4AFAE3A82A40}" destId="{DC1B58BD-AC5A-E140-97FB-55510F166730}" srcOrd="1" destOrd="0" presId="urn:microsoft.com/office/officeart/2005/8/layout/orgChart1"/>
    <dgm:cxn modelId="{50C7547F-5539-1642-8FF5-7BF9A047D6D6}" type="presParOf" srcId="{E80B3A96-D910-9040-BA45-02853626DD1C}" destId="{CB3060A2-DDD8-684B-8A00-897476BB05E9}" srcOrd="1" destOrd="0" presId="urn:microsoft.com/office/officeart/2005/8/layout/orgChart1"/>
    <dgm:cxn modelId="{D0EA52BD-6E06-6C4C-85D4-75F1773B6C66}" type="presParOf" srcId="{CB3060A2-DDD8-684B-8A00-897476BB05E9}" destId="{4CF7AC00-C297-E04D-9AB7-3FCE5DAF37C6}" srcOrd="0" destOrd="0" presId="urn:microsoft.com/office/officeart/2005/8/layout/orgChart1"/>
    <dgm:cxn modelId="{507598E0-497A-B145-9DFC-630C7B065B9A}" type="presParOf" srcId="{CB3060A2-DDD8-684B-8A00-897476BB05E9}" destId="{EAAAA9AB-9013-674F-8191-0F7C89D9C590}" srcOrd="1" destOrd="0" presId="urn:microsoft.com/office/officeart/2005/8/layout/orgChart1"/>
    <dgm:cxn modelId="{F0AFFF46-6803-0E4F-8838-34357B1500B0}" type="presParOf" srcId="{EAAAA9AB-9013-674F-8191-0F7C89D9C590}" destId="{A5468B3A-94F6-CB40-8BD9-3AF01CA741C4}" srcOrd="0" destOrd="0" presId="urn:microsoft.com/office/officeart/2005/8/layout/orgChart1"/>
    <dgm:cxn modelId="{94536F1E-76F9-2B49-BB99-4C34D0ABAA5D}" type="presParOf" srcId="{A5468B3A-94F6-CB40-8BD9-3AF01CA741C4}" destId="{FEB8C0D2-544A-F449-A6BB-420E0DCA112E}" srcOrd="0" destOrd="0" presId="urn:microsoft.com/office/officeart/2005/8/layout/orgChart1"/>
    <dgm:cxn modelId="{92812461-69EE-124D-A574-D14468D3DF48}" type="presParOf" srcId="{A5468B3A-94F6-CB40-8BD9-3AF01CA741C4}" destId="{53093C6E-2210-3C4D-8F45-0E21AC4B221F}" srcOrd="1" destOrd="0" presId="urn:microsoft.com/office/officeart/2005/8/layout/orgChart1"/>
    <dgm:cxn modelId="{0EED4A9E-7844-CA4E-BC36-5A21BA8559AE}" type="presParOf" srcId="{EAAAA9AB-9013-674F-8191-0F7C89D9C590}" destId="{B78A0B1D-8801-8648-BD54-C43554CFC656}" srcOrd="1" destOrd="0" presId="urn:microsoft.com/office/officeart/2005/8/layout/orgChart1"/>
    <dgm:cxn modelId="{4B5283A2-8530-6744-806C-B1D8A6D34F51}" type="presParOf" srcId="{EAAAA9AB-9013-674F-8191-0F7C89D9C590}" destId="{CE73724B-E95B-B642-8C3B-FF87050FEFA9}" srcOrd="2" destOrd="0" presId="urn:microsoft.com/office/officeart/2005/8/layout/orgChart1"/>
    <dgm:cxn modelId="{1D18FA94-5BCB-7B47-A50A-35B9BD50F851}" type="presParOf" srcId="{CB3060A2-DDD8-684B-8A00-897476BB05E9}" destId="{2E9ED22D-EA2D-FB4F-A67C-25B410A7438F}" srcOrd="2" destOrd="0" presId="urn:microsoft.com/office/officeart/2005/8/layout/orgChart1"/>
    <dgm:cxn modelId="{C5464459-9910-5649-8BB6-04A54E548836}" type="presParOf" srcId="{CB3060A2-DDD8-684B-8A00-897476BB05E9}" destId="{07B94BD2-7F09-1043-ACC5-214BDBB4C4B1}" srcOrd="3" destOrd="0" presId="urn:microsoft.com/office/officeart/2005/8/layout/orgChart1"/>
    <dgm:cxn modelId="{7FB8737F-5F9A-2040-9812-F11F84D71273}" type="presParOf" srcId="{07B94BD2-7F09-1043-ACC5-214BDBB4C4B1}" destId="{03916EBF-CA43-F347-91C9-9C4199AA145D}" srcOrd="0" destOrd="0" presId="urn:microsoft.com/office/officeart/2005/8/layout/orgChart1"/>
    <dgm:cxn modelId="{C99C010E-175F-1C43-9D5D-FD37300DDD92}" type="presParOf" srcId="{03916EBF-CA43-F347-91C9-9C4199AA145D}" destId="{F2FF416D-2017-A542-B614-0319E3134CD9}" srcOrd="0" destOrd="0" presId="urn:microsoft.com/office/officeart/2005/8/layout/orgChart1"/>
    <dgm:cxn modelId="{1B164246-1472-ED4A-AECD-2CB37BD33172}" type="presParOf" srcId="{03916EBF-CA43-F347-91C9-9C4199AA145D}" destId="{8979581D-4426-7B49-8F15-9F1E46D808DF}" srcOrd="1" destOrd="0" presId="urn:microsoft.com/office/officeart/2005/8/layout/orgChart1"/>
    <dgm:cxn modelId="{28DB0205-DAC0-1041-8C8C-6B4F1CE7BCE4}" type="presParOf" srcId="{07B94BD2-7F09-1043-ACC5-214BDBB4C4B1}" destId="{3AD6F4C3-0E93-0642-A0D1-610816EBFAE4}" srcOrd="1" destOrd="0" presId="urn:microsoft.com/office/officeart/2005/8/layout/orgChart1"/>
    <dgm:cxn modelId="{585BEEF8-A5D0-1B41-802E-0C574DEA94EC}" type="presParOf" srcId="{07B94BD2-7F09-1043-ACC5-214BDBB4C4B1}" destId="{E4DA7B16-786F-FD4C-B4B0-24C8EBDBE652}" srcOrd="2" destOrd="0" presId="urn:microsoft.com/office/officeart/2005/8/layout/orgChart1"/>
    <dgm:cxn modelId="{132B2959-5ED7-E645-907C-D7A83A290E48}" type="presParOf" srcId="{E80B3A96-D910-9040-BA45-02853626DD1C}" destId="{4A679FD4-46E0-024F-8799-BD01882421BC}" srcOrd="2" destOrd="0" presId="urn:microsoft.com/office/officeart/2005/8/layout/orgChart1"/>
    <dgm:cxn modelId="{25754B40-6FE7-FF4D-9726-4E28A31333BD}" type="presParOf" srcId="{7FF2BE0B-5300-AE4E-BF0B-D8077DCD13A5}" destId="{5E600FE0-2E23-874D-8FC4-36E91BF8FEDC}" srcOrd="6" destOrd="0" presId="urn:microsoft.com/office/officeart/2005/8/layout/orgChart1"/>
    <dgm:cxn modelId="{0FA1FABF-3840-4441-8810-20021B833B0E}" type="presParOf" srcId="{7FF2BE0B-5300-AE4E-BF0B-D8077DCD13A5}" destId="{2C8C3827-B487-1D4D-86DF-0C36603632A7}" srcOrd="7" destOrd="0" presId="urn:microsoft.com/office/officeart/2005/8/layout/orgChart1"/>
    <dgm:cxn modelId="{413C0C72-A692-B248-B51C-CD7EF6BF9D21}" type="presParOf" srcId="{2C8C3827-B487-1D4D-86DF-0C36603632A7}" destId="{46D7C0AF-2081-F94F-8789-A709F519BD1E}" srcOrd="0" destOrd="0" presId="urn:microsoft.com/office/officeart/2005/8/layout/orgChart1"/>
    <dgm:cxn modelId="{7FC4D597-CABC-7143-9221-4C665D17A4C3}" type="presParOf" srcId="{46D7C0AF-2081-F94F-8789-A709F519BD1E}" destId="{EEF5958D-735D-574C-996E-2A32583F8BE9}" srcOrd="0" destOrd="0" presId="urn:microsoft.com/office/officeart/2005/8/layout/orgChart1"/>
    <dgm:cxn modelId="{405B48EC-9474-8543-9602-021518DFF318}" type="presParOf" srcId="{46D7C0AF-2081-F94F-8789-A709F519BD1E}" destId="{1619E982-88E7-E740-89A2-0AE74750800D}" srcOrd="1" destOrd="0" presId="urn:microsoft.com/office/officeart/2005/8/layout/orgChart1"/>
    <dgm:cxn modelId="{2D70E72E-5396-DB4E-87BA-E44BA31ADFCC}" type="presParOf" srcId="{2C8C3827-B487-1D4D-86DF-0C36603632A7}" destId="{E6A2E5D0-1755-1D46-994F-F778E4E96EBD}" srcOrd="1" destOrd="0" presId="urn:microsoft.com/office/officeart/2005/8/layout/orgChart1"/>
    <dgm:cxn modelId="{A8CC409A-5A73-DC4C-A64A-C900CF59DFBA}" type="presParOf" srcId="{E6A2E5D0-1755-1D46-994F-F778E4E96EBD}" destId="{799CE8F9-0F5E-C549-A81A-9B34DE4F0505}" srcOrd="0" destOrd="0" presId="urn:microsoft.com/office/officeart/2005/8/layout/orgChart1"/>
    <dgm:cxn modelId="{4F8E4837-1998-984C-9CB8-5980C20A72E6}" type="presParOf" srcId="{E6A2E5D0-1755-1D46-994F-F778E4E96EBD}" destId="{F252410A-FB53-FC4D-9D28-16B41E221AA9}" srcOrd="1" destOrd="0" presId="urn:microsoft.com/office/officeart/2005/8/layout/orgChart1"/>
    <dgm:cxn modelId="{3CFDE22F-75E2-D748-B8AB-3A1EEF9C6EFF}" type="presParOf" srcId="{F252410A-FB53-FC4D-9D28-16B41E221AA9}" destId="{D04C9930-352F-D349-8F23-1BD3DAF5A6A2}" srcOrd="0" destOrd="0" presId="urn:microsoft.com/office/officeart/2005/8/layout/orgChart1"/>
    <dgm:cxn modelId="{E5924B47-2076-9E46-98F3-028DF00ADB0C}" type="presParOf" srcId="{D04C9930-352F-D349-8F23-1BD3DAF5A6A2}" destId="{4361DBCB-60C2-1444-B9B2-88345890249D}" srcOrd="0" destOrd="0" presId="urn:microsoft.com/office/officeart/2005/8/layout/orgChart1"/>
    <dgm:cxn modelId="{93997D44-8BD0-DC4D-943D-24255D6171FB}" type="presParOf" srcId="{D04C9930-352F-D349-8F23-1BD3DAF5A6A2}" destId="{4ED93660-227D-D044-9998-917FFA3B320A}" srcOrd="1" destOrd="0" presId="urn:microsoft.com/office/officeart/2005/8/layout/orgChart1"/>
    <dgm:cxn modelId="{4EFF9EDD-B7CF-8A46-9D1A-DBF740623D01}" type="presParOf" srcId="{F252410A-FB53-FC4D-9D28-16B41E221AA9}" destId="{611A074E-BC64-BF49-9DD3-F2488EEB62DB}" srcOrd="1" destOrd="0" presId="urn:microsoft.com/office/officeart/2005/8/layout/orgChart1"/>
    <dgm:cxn modelId="{FEEB4DC4-9F23-8B41-9B62-A708E91BF32C}" type="presParOf" srcId="{F252410A-FB53-FC4D-9D28-16B41E221AA9}" destId="{16A55035-0A45-2C44-A36C-91BFAD71E435}" srcOrd="2" destOrd="0" presId="urn:microsoft.com/office/officeart/2005/8/layout/orgChart1"/>
    <dgm:cxn modelId="{3CA424F4-1153-E14A-ADD8-491D3A7ACD53}" type="presParOf" srcId="{E6A2E5D0-1755-1D46-994F-F778E4E96EBD}" destId="{6D38A83E-5668-F044-97E4-78E208A7F0E5}" srcOrd="2" destOrd="0" presId="urn:microsoft.com/office/officeart/2005/8/layout/orgChart1"/>
    <dgm:cxn modelId="{D2E2E53B-21F7-0E4A-99CF-638C46613063}" type="presParOf" srcId="{E6A2E5D0-1755-1D46-994F-F778E4E96EBD}" destId="{174676C8-A38B-1D4F-A51B-09D4B80D8102}" srcOrd="3" destOrd="0" presId="urn:microsoft.com/office/officeart/2005/8/layout/orgChart1"/>
    <dgm:cxn modelId="{4E862AA8-2D20-D94F-BADE-F9CBBCB07247}" type="presParOf" srcId="{174676C8-A38B-1D4F-A51B-09D4B80D8102}" destId="{36B9CA8D-938F-454A-A77A-D1537FF24ACC}" srcOrd="0" destOrd="0" presId="urn:microsoft.com/office/officeart/2005/8/layout/orgChart1"/>
    <dgm:cxn modelId="{5E82414E-071F-8A42-A43C-8E9A9F6D2372}" type="presParOf" srcId="{36B9CA8D-938F-454A-A77A-D1537FF24ACC}" destId="{6032FB42-17C7-764F-B9A8-FA98C27F49A4}" srcOrd="0" destOrd="0" presId="urn:microsoft.com/office/officeart/2005/8/layout/orgChart1"/>
    <dgm:cxn modelId="{6B9689B3-AFDB-4D49-AF42-00E82336751D}" type="presParOf" srcId="{36B9CA8D-938F-454A-A77A-D1537FF24ACC}" destId="{997683CF-6FFE-334E-A1D0-AC2062A0BDCA}" srcOrd="1" destOrd="0" presId="urn:microsoft.com/office/officeart/2005/8/layout/orgChart1"/>
    <dgm:cxn modelId="{3B20B4B5-7760-7143-A2A7-B2AAD841CA03}" type="presParOf" srcId="{174676C8-A38B-1D4F-A51B-09D4B80D8102}" destId="{9B2C7AB1-C42C-7F40-A069-830F88B0489D}" srcOrd="1" destOrd="0" presId="urn:microsoft.com/office/officeart/2005/8/layout/orgChart1"/>
    <dgm:cxn modelId="{95FCBE33-70E3-B848-B9F7-88F36C757C2A}" type="presParOf" srcId="{174676C8-A38B-1D4F-A51B-09D4B80D8102}" destId="{AADE2F36-AFE9-FA46-B607-495576A2BE45}" srcOrd="2" destOrd="0" presId="urn:microsoft.com/office/officeart/2005/8/layout/orgChart1"/>
    <dgm:cxn modelId="{99EBEDDC-8E8B-2743-AC4E-4E281CF41458}" type="presParOf" srcId="{E6A2E5D0-1755-1D46-994F-F778E4E96EBD}" destId="{310E1E23-AD30-7E47-8DDA-F25C5D2C204E}" srcOrd="4" destOrd="0" presId="urn:microsoft.com/office/officeart/2005/8/layout/orgChart1"/>
    <dgm:cxn modelId="{5AD80699-FDDB-1345-BD88-652D3D1696C8}" type="presParOf" srcId="{E6A2E5D0-1755-1D46-994F-F778E4E96EBD}" destId="{23CD712F-8CC0-3648-B1E9-79B35DE68D54}" srcOrd="5" destOrd="0" presId="urn:microsoft.com/office/officeart/2005/8/layout/orgChart1"/>
    <dgm:cxn modelId="{F9F483C0-B035-204F-9114-918A7238B229}" type="presParOf" srcId="{23CD712F-8CC0-3648-B1E9-79B35DE68D54}" destId="{43ACC450-1C63-8349-85C8-8BF34F4AB36F}" srcOrd="0" destOrd="0" presId="urn:microsoft.com/office/officeart/2005/8/layout/orgChart1"/>
    <dgm:cxn modelId="{97C5EF45-99C9-2846-9B5D-E46325768900}" type="presParOf" srcId="{43ACC450-1C63-8349-85C8-8BF34F4AB36F}" destId="{E58212B4-4E67-E649-A7B1-C0303148CA60}" srcOrd="0" destOrd="0" presId="urn:microsoft.com/office/officeart/2005/8/layout/orgChart1"/>
    <dgm:cxn modelId="{A07C2CA8-131C-6746-8364-54C8473CF4FB}" type="presParOf" srcId="{43ACC450-1C63-8349-85C8-8BF34F4AB36F}" destId="{5442C6C0-70E8-3746-B948-D564F60F0962}" srcOrd="1" destOrd="0" presId="urn:microsoft.com/office/officeart/2005/8/layout/orgChart1"/>
    <dgm:cxn modelId="{1B4F11BA-7AE4-904E-B8C7-5881AEA82925}" type="presParOf" srcId="{23CD712F-8CC0-3648-B1E9-79B35DE68D54}" destId="{7DAAE1D8-883A-5544-8890-4DE074A03890}" srcOrd="1" destOrd="0" presId="urn:microsoft.com/office/officeart/2005/8/layout/orgChart1"/>
    <dgm:cxn modelId="{43F77527-ADAF-D34C-B4BF-A4EE77170AD3}" type="presParOf" srcId="{23CD712F-8CC0-3648-B1E9-79B35DE68D54}" destId="{B324C3AB-EF1D-AC4B-852D-E0500D936ECD}" srcOrd="2" destOrd="0" presId="urn:microsoft.com/office/officeart/2005/8/layout/orgChart1"/>
    <dgm:cxn modelId="{27AD6EB6-79E9-C244-8D8D-4509240FC5E6}" type="presParOf" srcId="{2C8C3827-B487-1D4D-86DF-0C36603632A7}" destId="{D0F1C50C-0CAA-4342-8582-32CEFEF5FDE2}" srcOrd="2" destOrd="0" presId="urn:microsoft.com/office/officeart/2005/8/layout/orgChart1"/>
    <dgm:cxn modelId="{214B9844-A936-D848-88BE-1ADB00D7C1CF}" type="presParOf" srcId="{7FF2BE0B-5300-AE4E-BF0B-D8077DCD13A5}" destId="{BC3BA0C9-D203-B04D-8F5D-6C307AB19BC0}" srcOrd="8" destOrd="0" presId="urn:microsoft.com/office/officeart/2005/8/layout/orgChart1"/>
    <dgm:cxn modelId="{BE9577AD-040D-8742-AC6E-BF5BB8719516}" type="presParOf" srcId="{7FF2BE0B-5300-AE4E-BF0B-D8077DCD13A5}" destId="{CC352310-917E-B04B-BAE0-24B64D78B8BD}" srcOrd="9" destOrd="0" presId="urn:microsoft.com/office/officeart/2005/8/layout/orgChart1"/>
    <dgm:cxn modelId="{D15AF2C5-C901-6E4F-BD47-2DD0CA0D515A}" type="presParOf" srcId="{CC352310-917E-B04B-BAE0-24B64D78B8BD}" destId="{90A7E5FC-E673-1F42-8C20-0E6AB32CCBAB}" srcOrd="0" destOrd="0" presId="urn:microsoft.com/office/officeart/2005/8/layout/orgChart1"/>
    <dgm:cxn modelId="{34690691-725B-0A47-AE25-7DFACC9A7FA5}" type="presParOf" srcId="{90A7E5FC-E673-1F42-8C20-0E6AB32CCBAB}" destId="{48E716C3-CA10-F946-B8DA-A2501687EF69}" srcOrd="0" destOrd="0" presId="urn:microsoft.com/office/officeart/2005/8/layout/orgChart1"/>
    <dgm:cxn modelId="{BF6BA386-BE6B-2745-A6F2-BB397C9BD22A}" type="presParOf" srcId="{90A7E5FC-E673-1F42-8C20-0E6AB32CCBAB}" destId="{143E2ADA-DC78-904B-98CB-378558BFA0E2}" srcOrd="1" destOrd="0" presId="urn:microsoft.com/office/officeart/2005/8/layout/orgChart1"/>
    <dgm:cxn modelId="{21E411EB-EC2B-474B-930D-9F1A8D31FBC1}" type="presParOf" srcId="{CC352310-917E-B04B-BAE0-24B64D78B8BD}" destId="{CF63CFC5-240D-CF4D-B4F3-F36E1B64E941}" srcOrd="1" destOrd="0" presId="urn:microsoft.com/office/officeart/2005/8/layout/orgChart1"/>
    <dgm:cxn modelId="{81436A29-8D20-2340-A115-A036F1869B4A}" type="presParOf" srcId="{CF63CFC5-240D-CF4D-B4F3-F36E1B64E941}" destId="{40959943-5964-6C4E-A1B8-AC34BEFA6649}" srcOrd="0" destOrd="0" presId="urn:microsoft.com/office/officeart/2005/8/layout/orgChart1"/>
    <dgm:cxn modelId="{FE0B89CC-1FC3-7444-B3C9-05C901A93E06}" type="presParOf" srcId="{CF63CFC5-240D-CF4D-B4F3-F36E1B64E941}" destId="{68DD973B-2DD4-E143-92F9-F25C031E0D9E}" srcOrd="1" destOrd="0" presId="urn:microsoft.com/office/officeart/2005/8/layout/orgChart1"/>
    <dgm:cxn modelId="{E948391F-116D-624D-8B1E-B28E5D9D55FB}" type="presParOf" srcId="{68DD973B-2DD4-E143-92F9-F25C031E0D9E}" destId="{FC314198-A4A9-2C45-AE2A-CAE195FF9842}" srcOrd="0" destOrd="0" presId="urn:microsoft.com/office/officeart/2005/8/layout/orgChart1"/>
    <dgm:cxn modelId="{3FCD83E8-41FF-7B40-ACD3-0FBEA63FC3BA}" type="presParOf" srcId="{FC314198-A4A9-2C45-AE2A-CAE195FF9842}" destId="{0CC80A8C-712D-C640-9F29-5A2863128F75}" srcOrd="0" destOrd="0" presId="urn:microsoft.com/office/officeart/2005/8/layout/orgChart1"/>
    <dgm:cxn modelId="{13FD3109-A1EA-8C40-BAD0-CBDE166C6EB5}" type="presParOf" srcId="{FC314198-A4A9-2C45-AE2A-CAE195FF9842}" destId="{9255CB77-319E-F540-906A-B552A2EEA36D}" srcOrd="1" destOrd="0" presId="urn:microsoft.com/office/officeart/2005/8/layout/orgChart1"/>
    <dgm:cxn modelId="{CA8530D1-E420-CD42-B50C-6CFD912A1BCE}" type="presParOf" srcId="{68DD973B-2DD4-E143-92F9-F25C031E0D9E}" destId="{A57B4626-96F1-6949-8790-501700775FD6}" srcOrd="1" destOrd="0" presId="urn:microsoft.com/office/officeart/2005/8/layout/orgChart1"/>
    <dgm:cxn modelId="{0BEB96D4-18ED-2D40-AE84-30251810E5E4}" type="presParOf" srcId="{68DD973B-2DD4-E143-92F9-F25C031E0D9E}" destId="{A447DFBF-FCA8-7C41-892F-F0304F07B1CD}" srcOrd="2" destOrd="0" presId="urn:microsoft.com/office/officeart/2005/8/layout/orgChart1"/>
    <dgm:cxn modelId="{0EC41EAE-1A8B-7841-9F0A-FAF5A01D392F}" type="presParOf" srcId="{CF63CFC5-240D-CF4D-B4F3-F36E1B64E941}" destId="{0203313B-9BDC-584B-B9BD-EB6DE48FDC9F}" srcOrd="2" destOrd="0" presId="urn:microsoft.com/office/officeart/2005/8/layout/orgChart1"/>
    <dgm:cxn modelId="{45B563CB-C741-3441-9C6B-53FE77910883}" type="presParOf" srcId="{CF63CFC5-240D-CF4D-B4F3-F36E1B64E941}" destId="{69CFD0B4-437C-1744-9DAF-D135FC1BD9F0}" srcOrd="3" destOrd="0" presId="urn:microsoft.com/office/officeart/2005/8/layout/orgChart1"/>
    <dgm:cxn modelId="{40B2F591-C7F3-424D-9F11-9E044CC08EA7}" type="presParOf" srcId="{69CFD0B4-437C-1744-9DAF-D135FC1BD9F0}" destId="{B4FA86E9-A64C-CE4A-B237-A629CEDA4D60}" srcOrd="0" destOrd="0" presId="urn:microsoft.com/office/officeart/2005/8/layout/orgChart1"/>
    <dgm:cxn modelId="{3D82EE2E-DDC7-2944-AC17-EF50347D5AEC}" type="presParOf" srcId="{B4FA86E9-A64C-CE4A-B237-A629CEDA4D60}" destId="{ED926AE0-203E-4D44-97A2-29D1886A881B}" srcOrd="0" destOrd="0" presId="urn:microsoft.com/office/officeart/2005/8/layout/orgChart1"/>
    <dgm:cxn modelId="{3E63AD68-3BD0-A24F-BD47-724E8440D36A}" type="presParOf" srcId="{B4FA86E9-A64C-CE4A-B237-A629CEDA4D60}" destId="{C1CE2F92-186E-034F-9C87-7F2D7EC00ED4}" srcOrd="1" destOrd="0" presId="urn:microsoft.com/office/officeart/2005/8/layout/orgChart1"/>
    <dgm:cxn modelId="{217C6BC2-144D-5148-8928-A6F5259E4BD3}" type="presParOf" srcId="{69CFD0B4-437C-1744-9DAF-D135FC1BD9F0}" destId="{6E39B18E-254A-834E-8676-12892F5F66C4}" srcOrd="1" destOrd="0" presId="urn:microsoft.com/office/officeart/2005/8/layout/orgChart1"/>
    <dgm:cxn modelId="{BD3A9CA9-6A59-4B40-BA46-54A093E3E912}" type="presParOf" srcId="{6E39B18E-254A-834E-8676-12892F5F66C4}" destId="{8F7E15B5-B4DB-DC44-9326-F607D14889F8}" srcOrd="0" destOrd="0" presId="urn:microsoft.com/office/officeart/2005/8/layout/orgChart1"/>
    <dgm:cxn modelId="{E72D440E-6EA2-0048-AC8C-84019A8436B4}" type="presParOf" srcId="{6E39B18E-254A-834E-8676-12892F5F66C4}" destId="{76E103E2-A54A-6045-B63D-B4927DA8E5AB}" srcOrd="1" destOrd="0" presId="urn:microsoft.com/office/officeart/2005/8/layout/orgChart1"/>
    <dgm:cxn modelId="{6203128A-C211-CF46-BA68-BCB15ABCE4AD}" type="presParOf" srcId="{76E103E2-A54A-6045-B63D-B4927DA8E5AB}" destId="{6C7EEEFE-19D9-CE40-9AD7-F5DF9C69A35F}" srcOrd="0" destOrd="0" presId="urn:microsoft.com/office/officeart/2005/8/layout/orgChart1"/>
    <dgm:cxn modelId="{776114DC-B83E-5940-83A9-D1BC3FD6385A}" type="presParOf" srcId="{6C7EEEFE-19D9-CE40-9AD7-F5DF9C69A35F}" destId="{0083ED74-8E90-1E4F-B2BE-0F9C18FC1B1E}" srcOrd="0" destOrd="0" presId="urn:microsoft.com/office/officeart/2005/8/layout/orgChart1"/>
    <dgm:cxn modelId="{C4899E9F-5D0F-424F-95FE-EAB32018B2D2}" type="presParOf" srcId="{6C7EEEFE-19D9-CE40-9AD7-F5DF9C69A35F}" destId="{AEA77B95-0AEC-2F45-9B1A-9F57BA1428F1}" srcOrd="1" destOrd="0" presId="urn:microsoft.com/office/officeart/2005/8/layout/orgChart1"/>
    <dgm:cxn modelId="{303CA30E-2670-EC4E-A8F9-6F15A0215D59}" type="presParOf" srcId="{76E103E2-A54A-6045-B63D-B4927DA8E5AB}" destId="{03176708-DC02-5940-A24D-B16C1E2CF7E2}" srcOrd="1" destOrd="0" presId="urn:microsoft.com/office/officeart/2005/8/layout/orgChart1"/>
    <dgm:cxn modelId="{802289BB-71B5-3E41-A126-FB1121E1247B}" type="presParOf" srcId="{76E103E2-A54A-6045-B63D-B4927DA8E5AB}" destId="{B393E52D-CCA4-5B42-AD0B-00E5816BA8FE}" srcOrd="2" destOrd="0" presId="urn:microsoft.com/office/officeart/2005/8/layout/orgChart1"/>
    <dgm:cxn modelId="{054DB855-16FC-C142-83FB-035F292DCE83}" type="presParOf" srcId="{6E39B18E-254A-834E-8676-12892F5F66C4}" destId="{760367DD-8A55-B846-A573-FC7DD06B647E}" srcOrd="2" destOrd="0" presId="urn:microsoft.com/office/officeart/2005/8/layout/orgChart1"/>
    <dgm:cxn modelId="{E9284707-525E-1847-A8D5-9E246781B32F}" type="presParOf" srcId="{6E39B18E-254A-834E-8676-12892F5F66C4}" destId="{10824BBC-C667-8040-8D73-B8BA3CCEC0D6}" srcOrd="3" destOrd="0" presId="urn:microsoft.com/office/officeart/2005/8/layout/orgChart1"/>
    <dgm:cxn modelId="{0091B35F-7838-2C4D-ADA5-F91F2F6E6CB2}" type="presParOf" srcId="{10824BBC-C667-8040-8D73-B8BA3CCEC0D6}" destId="{BE39AF9B-D117-A648-9F11-CA8CD6205CEE}" srcOrd="0" destOrd="0" presId="urn:microsoft.com/office/officeart/2005/8/layout/orgChart1"/>
    <dgm:cxn modelId="{20520DE6-86FA-3145-A788-2FC1B87E8F05}" type="presParOf" srcId="{BE39AF9B-D117-A648-9F11-CA8CD6205CEE}" destId="{BC4C35E6-AC8E-BD4C-AD91-BB97DFEDED24}" srcOrd="0" destOrd="0" presId="urn:microsoft.com/office/officeart/2005/8/layout/orgChart1"/>
    <dgm:cxn modelId="{A15247C0-EAB5-334E-8490-27273B43D525}" type="presParOf" srcId="{BE39AF9B-D117-A648-9F11-CA8CD6205CEE}" destId="{703EFAF5-64C2-DC4D-AD25-428E4E661D82}" srcOrd="1" destOrd="0" presId="urn:microsoft.com/office/officeart/2005/8/layout/orgChart1"/>
    <dgm:cxn modelId="{8D6CB6F4-FF38-3145-8D93-6284D332F161}" type="presParOf" srcId="{10824BBC-C667-8040-8D73-B8BA3CCEC0D6}" destId="{0F503563-806A-3042-91B5-1A63DF5BA701}" srcOrd="1" destOrd="0" presId="urn:microsoft.com/office/officeart/2005/8/layout/orgChart1"/>
    <dgm:cxn modelId="{2F760DEC-A45F-E242-92AD-0511FB3BF911}" type="presParOf" srcId="{10824BBC-C667-8040-8D73-B8BA3CCEC0D6}" destId="{CFF42415-3955-4F46-AC97-8F16FE2EF4A6}" srcOrd="2" destOrd="0" presId="urn:microsoft.com/office/officeart/2005/8/layout/orgChart1"/>
    <dgm:cxn modelId="{BE9A0E3E-70D0-564A-86F8-E85805660F63}" type="presParOf" srcId="{69CFD0B4-437C-1744-9DAF-D135FC1BD9F0}" destId="{DCB2E64A-C7D6-F34D-B45D-8438E3F55AE3}" srcOrd="2" destOrd="0" presId="urn:microsoft.com/office/officeart/2005/8/layout/orgChart1"/>
    <dgm:cxn modelId="{962C753F-BF1B-954A-BFD0-D8CF33A96C6C}" type="presParOf" srcId="{CF63CFC5-240D-CF4D-B4F3-F36E1B64E941}" destId="{0532F9CE-8494-844A-8E59-E2B0E23A3C5B}" srcOrd="4" destOrd="0" presId="urn:microsoft.com/office/officeart/2005/8/layout/orgChart1"/>
    <dgm:cxn modelId="{52B6B663-4F6F-CD4F-8F1F-69F7D1CB561B}" type="presParOf" srcId="{CF63CFC5-240D-CF4D-B4F3-F36E1B64E941}" destId="{A2A91B07-A1D3-0044-B022-8EF35347B383}" srcOrd="5" destOrd="0" presId="urn:microsoft.com/office/officeart/2005/8/layout/orgChart1"/>
    <dgm:cxn modelId="{A7D1B786-9181-5949-918E-B0A0C1C6A846}" type="presParOf" srcId="{A2A91B07-A1D3-0044-B022-8EF35347B383}" destId="{5E950717-6E90-E242-95B2-1E9B153FA01F}" srcOrd="0" destOrd="0" presId="urn:microsoft.com/office/officeart/2005/8/layout/orgChart1"/>
    <dgm:cxn modelId="{DB916BBD-9DBB-B74E-94BC-EC03855497ED}" type="presParOf" srcId="{5E950717-6E90-E242-95B2-1E9B153FA01F}" destId="{80F6B75D-4DCB-0145-8455-3FBA453D240A}" srcOrd="0" destOrd="0" presId="urn:microsoft.com/office/officeart/2005/8/layout/orgChart1"/>
    <dgm:cxn modelId="{E2274B33-FA4A-F84C-B052-274A330E07F9}" type="presParOf" srcId="{5E950717-6E90-E242-95B2-1E9B153FA01F}" destId="{1DD96128-7775-4E4B-A409-90FBDD6E18F5}" srcOrd="1" destOrd="0" presId="urn:microsoft.com/office/officeart/2005/8/layout/orgChart1"/>
    <dgm:cxn modelId="{4D7E5DEE-8C4F-2E4F-AD58-7F3C539161B5}" type="presParOf" srcId="{A2A91B07-A1D3-0044-B022-8EF35347B383}" destId="{B7C06BE2-45C8-1442-AE0C-32F5AB1FA71C}" srcOrd="1" destOrd="0" presId="urn:microsoft.com/office/officeart/2005/8/layout/orgChart1"/>
    <dgm:cxn modelId="{E0793FC1-A9AE-0643-888E-591B4F117D00}" type="presParOf" srcId="{B7C06BE2-45C8-1442-AE0C-32F5AB1FA71C}" destId="{64FB67B4-EB0B-D749-8551-9395490A3F35}" srcOrd="0" destOrd="0" presId="urn:microsoft.com/office/officeart/2005/8/layout/orgChart1"/>
    <dgm:cxn modelId="{4D00A525-CF26-7E41-9506-02194F2C9EB5}" type="presParOf" srcId="{B7C06BE2-45C8-1442-AE0C-32F5AB1FA71C}" destId="{B3BD1D3D-604F-D443-9FA5-1BF816D88122}" srcOrd="1" destOrd="0" presId="urn:microsoft.com/office/officeart/2005/8/layout/orgChart1"/>
    <dgm:cxn modelId="{CABC78E8-963F-BC49-BB1E-EDEA96EF3C48}" type="presParOf" srcId="{B3BD1D3D-604F-D443-9FA5-1BF816D88122}" destId="{29FB9A6B-7559-814F-849F-F727D7020131}" srcOrd="0" destOrd="0" presId="urn:microsoft.com/office/officeart/2005/8/layout/orgChart1"/>
    <dgm:cxn modelId="{BEBF98A4-E1A8-DB4C-9B8F-F648E20829C0}" type="presParOf" srcId="{29FB9A6B-7559-814F-849F-F727D7020131}" destId="{E02B665F-B298-5C4A-8EF6-140CCDEA834F}" srcOrd="0" destOrd="0" presId="urn:microsoft.com/office/officeart/2005/8/layout/orgChart1"/>
    <dgm:cxn modelId="{F8009E35-A23B-2F4C-A31A-FCF46537EB14}" type="presParOf" srcId="{29FB9A6B-7559-814F-849F-F727D7020131}" destId="{0D679A2C-A2C8-E247-8879-B659847555E9}" srcOrd="1" destOrd="0" presId="urn:microsoft.com/office/officeart/2005/8/layout/orgChart1"/>
    <dgm:cxn modelId="{D226F460-D164-3C41-A646-652F63D0AB6A}" type="presParOf" srcId="{B3BD1D3D-604F-D443-9FA5-1BF816D88122}" destId="{4C89D328-610C-9341-B529-9F6D61F2D207}" srcOrd="1" destOrd="0" presId="urn:microsoft.com/office/officeart/2005/8/layout/orgChart1"/>
    <dgm:cxn modelId="{66B6FDA9-E662-3F4E-A00E-583B0B3AFBF9}" type="presParOf" srcId="{B3BD1D3D-604F-D443-9FA5-1BF816D88122}" destId="{9D094105-C4A8-5D4A-87AF-6C27EC8D4720}" srcOrd="2" destOrd="0" presId="urn:microsoft.com/office/officeart/2005/8/layout/orgChart1"/>
    <dgm:cxn modelId="{00A6610C-D2E8-944F-A704-F9145E99CBC8}" type="presParOf" srcId="{B7C06BE2-45C8-1442-AE0C-32F5AB1FA71C}" destId="{2B0B2FAC-B688-4141-BFF1-F2A3C72B938E}" srcOrd="2" destOrd="0" presId="urn:microsoft.com/office/officeart/2005/8/layout/orgChart1"/>
    <dgm:cxn modelId="{788FCE33-0784-6C49-8E40-3CE085C8A1AA}" type="presParOf" srcId="{B7C06BE2-45C8-1442-AE0C-32F5AB1FA71C}" destId="{EDCF2836-1506-6346-A800-A5FC007D8A3C}" srcOrd="3" destOrd="0" presId="urn:microsoft.com/office/officeart/2005/8/layout/orgChart1"/>
    <dgm:cxn modelId="{27014D58-7A96-254F-A3F5-556D99F61E71}" type="presParOf" srcId="{EDCF2836-1506-6346-A800-A5FC007D8A3C}" destId="{A908D925-1845-5D4F-8BA4-B166D212CEA9}" srcOrd="0" destOrd="0" presId="urn:microsoft.com/office/officeart/2005/8/layout/orgChart1"/>
    <dgm:cxn modelId="{0A2676E0-25A9-2D4E-9BE2-94CA7FC04270}" type="presParOf" srcId="{A908D925-1845-5D4F-8BA4-B166D212CEA9}" destId="{32D7F370-35A0-E748-A335-5CC093B6DC50}" srcOrd="0" destOrd="0" presId="urn:microsoft.com/office/officeart/2005/8/layout/orgChart1"/>
    <dgm:cxn modelId="{1867F9EC-5016-EB48-BB9F-FE8EE3C27EA4}" type="presParOf" srcId="{A908D925-1845-5D4F-8BA4-B166D212CEA9}" destId="{80FD9DEF-5898-4540-8931-FB77D05DC465}" srcOrd="1" destOrd="0" presId="urn:microsoft.com/office/officeart/2005/8/layout/orgChart1"/>
    <dgm:cxn modelId="{91E67387-E5BB-084E-A1F1-2C6D7544D7A6}" type="presParOf" srcId="{EDCF2836-1506-6346-A800-A5FC007D8A3C}" destId="{0B1CB8BD-FCB9-9E4C-BA3A-8B6CFFEED652}" srcOrd="1" destOrd="0" presId="urn:microsoft.com/office/officeart/2005/8/layout/orgChart1"/>
    <dgm:cxn modelId="{C8D12EE7-7C9B-EF45-98ED-D2EEF6602E36}" type="presParOf" srcId="{EDCF2836-1506-6346-A800-A5FC007D8A3C}" destId="{A8921731-EAC0-F84E-9B2B-C308F0C8EE1D}" srcOrd="2" destOrd="0" presId="urn:microsoft.com/office/officeart/2005/8/layout/orgChart1"/>
    <dgm:cxn modelId="{EDE6B3F7-70C7-B943-B373-F943F36F2ADE}" type="presParOf" srcId="{A2A91B07-A1D3-0044-B022-8EF35347B383}" destId="{6BF901F4-14CF-DF4D-9A68-8F2C5251C7A9}" srcOrd="2" destOrd="0" presId="urn:microsoft.com/office/officeart/2005/8/layout/orgChart1"/>
    <dgm:cxn modelId="{5EADC5B2-01BE-0E48-885E-68103658E9F9}" type="presParOf" srcId="{CC352310-917E-B04B-BAE0-24B64D78B8BD}" destId="{5EAEF294-0B32-3D47-AC7D-6C832EFFD118}" srcOrd="2" destOrd="0" presId="urn:microsoft.com/office/officeart/2005/8/layout/orgChart1"/>
    <dgm:cxn modelId="{CC62211B-C085-F140-A284-336D399A70B2}" type="presParOf" srcId="{2B13AB19-A6CA-6049-AF5E-4D0A466CFDED}" destId="{14835AB5-865F-914B-9CAE-5EA387850CD1}" srcOrd="2" destOrd="0" presId="urn:microsoft.com/office/officeart/2005/8/layout/orgChart1"/>
  </dgm:cxnLst>
  <dgm:bg>
    <a:effectLst/>
  </dgm:bg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A4AC8D-3EAF-2A46-A0D6-572E66D87847}">
      <dsp:nvSpPr>
        <dsp:cNvPr id="0" name=""/>
        <dsp:cNvSpPr/>
      </dsp:nvSpPr>
      <dsp:spPr>
        <a:xfrm>
          <a:off x="7515036" y="1301527"/>
          <a:ext cx="115197" cy="144380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43803"/>
              </a:lnTo>
              <a:lnTo>
                <a:pt x="115197" y="1443803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22E419C-9C38-0749-9039-4A9D579A0FD1}">
      <dsp:nvSpPr>
        <dsp:cNvPr id="0" name=""/>
        <dsp:cNvSpPr/>
      </dsp:nvSpPr>
      <dsp:spPr>
        <a:xfrm>
          <a:off x="7515036" y="1301527"/>
          <a:ext cx="119383" cy="9357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35711"/>
              </a:lnTo>
              <a:lnTo>
                <a:pt x="119383" y="93571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81E8832-C68D-7445-AF38-36CC90F9737D}">
      <dsp:nvSpPr>
        <dsp:cNvPr id="0" name=""/>
        <dsp:cNvSpPr/>
      </dsp:nvSpPr>
      <dsp:spPr>
        <a:xfrm>
          <a:off x="7515036" y="1301527"/>
          <a:ext cx="119383" cy="45211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52110"/>
              </a:lnTo>
              <a:lnTo>
                <a:pt x="119383" y="452110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2585FB1-0792-BC45-8EDE-2A5E2BE69705}">
      <dsp:nvSpPr>
        <dsp:cNvPr id="0" name=""/>
        <dsp:cNvSpPr/>
      </dsp:nvSpPr>
      <dsp:spPr>
        <a:xfrm>
          <a:off x="4433514" y="719674"/>
          <a:ext cx="3388714" cy="19786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7224"/>
              </a:lnTo>
              <a:lnTo>
                <a:pt x="3388714" y="117224"/>
              </a:lnTo>
              <a:lnTo>
                <a:pt x="3388714" y="197862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37C6A29-5AB4-D840-B77C-09612F484294}">
      <dsp:nvSpPr>
        <dsp:cNvPr id="0" name=""/>
        <dsp:cNvSpPr/>
      </dsp:nvSpPr>
      <dsp:spPr>
        <a:xfrm>
          <a:off x="6585779" y="1846793"/>
          <a:ext cx="115197" cy="89853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98537"/>
              </a:lnTo>
              <a:lnTo>
                <a:pt x="115197" y="898537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1B40A84-5745-BE4E-9D61-CC0DC611AB7D}">
      <dsp:nvSpPr>
        <dsp:cNvPr id="0" name=""/>
        <dsp:cNvSpPr/>
      </dsp:nvSpPr>
      <dsp:spPr>
        <a:xfrm>
          <a:off x="6585779" y="1846793"/>
          <a:ext cx="115197" cy="35327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3271"/>
              </a:lnTo>
              <a:lnTo>
                <a:pt x="115197" y="35327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EB80E04-AF56-994A-AA1B-86BA3362D670}">
      <dsp:nvSpPr>
        <dsp:cNvPr id="0" name=""/>
        <dsp:cNvSpPr/>
      </dsp:nvSpPr>
      <dsp:spPr>
        <a:xfrm>
          <a:off x="6847251" y="1301527"/>
          <a:ext cx="91440" cy="16127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6127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8815A83-BB4A-EA4E-ABE1-21BA7C378FB0}">
      <dsp:nvSpPr>
        <dsp:cNvPr id="0" name=""/>
        <dsp:cNvSpPr/>
      </dsp:nvSpPr>
      <dsp:spPr>
        <a:xfrm>
          <a:off x="4433514" y="719674"/>
          <a:ext cx="2459457" cy="19786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7224"/>
              </a:lnTo>
              <a:lnTo>
                <a:pt x="2459457" y="117224"/>
              </a:lnTo>
              <a:lnTo>
                <a:pt x="2459457" y="197862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1F0EBF-9A22-C949-839A-DC13070B6362}">
      <dsp:nvSpPr>
        <dsp:cNvPr id="0" name=""/>
        <dsp:cNvSpPr/>
      </dsp:nvSpPr>
      <dsp:spPr>
        <a:xfrm>
          <a:off x="5656523" y="1846793"/>
          <a:ext cx="115197" cy="89853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98537"/>
              </a:lnTo>
              <a:lnTo>
                <a:pt x="115197" y="898537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9E2241-007C-2148-97B3-B9ADD71AD69C}">
      <dsp:nvSpPr>
        <dsp:cNvPr id="0" name=""/>
        <dsp:cNvSpPr/>
      </dsp:nvSpPr>
      <dsp:spPr>
        <a:xfrm>
          <a:off x="5656523" y="1846793"/>
          <a:ext cx="115197" cy="35327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3271"/>
              </a:lnTo>
              <a:lnTo>
                <a:pt x="115197" y="35327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68AAAE6-848F-9C43-944D-8A671215838E}">
      <dsp:nvSpPr>
        <dsp:cNvPr id="0" name=""/>
        <dsp:cNvSpPr/>
      </dsp:nvSpPr>
      <dsp:spPr>
        <a:xfrm>
          <a:off x="5917995" y="1301527"/>
          <a:ext cx="91440" cy="16127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6127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5D3ED98-E45E-3B4D-8E6B-4A5120E25264}">
      <dsp:nvSpPr>
        <dsp:cNvPr id="0" name=""/>
        <dsp:cNvSpPr/>
      </dsp:nvSpPr>
      <dsp:spPr>
        <a:xfrm>
          <a:off x="4433514" y="719674"/>
          <a:ext cx="1530201" cy="19786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7224"/>
              </a:lnTo>
              <a:lnTo>
                <a:pt x="1530201" y="117224"/>
              </a:lnTo>
              <a:lnTo>
                <a:pt x="1530201" y="197862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92BFBEC-FFB3-3440-8BA8-F03CDBFB0D46}">
      <dsp:nvSpPr>
        <dsp:cNvPr id="0" name=""/>
        <dsp:cNvSpPr/>
      </dsp:nvSpPr>
      <dsp:spPr>
        <a:xfrm>
          <a:off x="4635467" y="1846793"/>
          <a:ext cx="91440" cy="898537"/>
        </a:xfrm>
        <a:custGeom>
          <a:avLst/>
          <a:gdLst/>
          <a:ahLst/>
          <a:cxnLst/>
          <a:rect l="0" t="0" r="0" b="0"/>
          <a:pathLst>
            <a:path>
              <a:moveTo>
                <a:pt x="126357" y="0"/>
              </a:moveTo>
              <a:lnTo>
                <a:pt x="126357" y="898537"/>
              </a:lnTo>
              <a:lnTo>
                <a:pt x="45720" y="898537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7F1AA00-3EB5-8249-8AFE-0131480CF18B}">
      <dsp:nvSpPr>
        <dsp:cNvPr id="0" name=""/>
        <dsp:cNvSpPr/>
      </dsp:nvSpPr>
      <dsp:spPr>
        <a:xfrm>
          <a:off x="4716105" y="1846793"/>
          <a:ext cx="91440" cy="35327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53271"/>
              </a:lnTo>
              <a:lnTo>
                <a:pt x="126357" y="35327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50D2E4B-CD77-594F-A07F-687A0EAA0567}">
      <dsp:nvSpPr>
        <dsp:cNvPr id="0" name=""/>
        <dsp:cNvSpPr/>
      </dsp:nvSpPr>
      <dsp:spPr>
        <a:xfrm>
          <a:off x="4635467" y="1846793"/>
          <a:ext cx="91440" cy="353271"/>
        </a:xfrm>
        <a:custGeom>
          <a:avLst/>
          <a:gdLst/>
          <a:ahLst/>
          <a:cxnLst/>
          <a:rect l="0" t="0" r="0" b="0"/>
          <a:pathLst>
            <a:path>
              <a:moveTo>
                <a:pt x="126357" y="0"/>
              </a:moveTo>
              <a:lnTo>
                <a:pt x="126357" y="353271"/>
              </a:lnTo>
              <a:lnTo>
                <a:pt x="45720" y="35327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2510053-63B2-ED42-BAFC-F4AF4050DF8B}">
      <dsp:nvSpPr>
        <dsp:cNvPr id="0" name=""/>
        <dsp:cNvSpPr/>
      </dsp:nvSpPr>
      <dsp:spPr>
        <a:xfrm>
          <a:off x="3968885" y="1301527"/>
          <a:ext cx="792939" cy="1612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0637"/>
              </a:lnTo>
              <a:lnTo>
                <a:pt x="792939" y="80637"/>
              </a:lnTo>
              <a:lnTo>
                <a:pt x="792939" y="16127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5ADDAF6-28FD-457D-A12B-A0309B9A3DA3}">
      <dsp:nvSpPr>
        <dsp:cNvPr id="0" name=""/>
        <dsp:cNvSpPr/>
      </dsp:nvSpPr>
      <dsp:spPr>
        <a:xfrm>
          <a:off x="2868753" y="1846793"/>
          <a:ext cx="115197" cy="35327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3271"/>
              </a:lnTo>
              <a:lnTo>
                <a:pt x="115197" y="35327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96FBEFC-46A9-4E44-A1CA-988E48BFAB45}">
      <dsp:nvSpPr>
        <dsp:cNvPr id="0" name=""/>
        <dsp:cNvSpPr/>
      </dsp:nvSpPr>
      <dsp:spPr>
        <a:xfrm>
          <a:off x="3175945" y="1301527"/>
          <a:ext cx="792939" cy="161275"/>
        </a:xfrm>
        <a:custGeom>
          <a:avLst/>
          <a:gdLst/>
          <a:ahLst/>
          <a:cxnLst/>
          <a:rect l="0" t="0" r="0" b="0"/>
          <a:pathLst>
            <a:path>
              <a:moveTo>
                <a:pt x="792939" y="0"/>
              </a:moveTo>
              <a:lnTo>
                <a:pt x="792939" y="80637"/>
              </a:lnTo>
              <a:lnTo>
                <a:pt x="0" y="80637"/>
              </a:lnTo>
              <a:lnTo>
                <a:pt x="0" y="16127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1CE2E64-0BD5-6D48-BAA3-600A5CFA469A}">
      <dsp:nvSpPr>
        <dsp:cNvPr id="0" name=""/>
        <dsp:cNvSpPr/>
      </dsp:nvSpPr>
      <dsp:spPr>
        <a:xfrm>
          <a:off x="3968885" y="719674"/>
          <a:ext cx="464628" cy="197862"/>
        </a:xfrm>
        <a:custGeom>
          <a:avLst/>
          <a:gdLst/>
          <a:ahLst/>
          <a:cxnLst/>
          <a:rect l="0" t="0" r="0" b="0"/>
          <a:pathLst>
            <a:path>
              <a:moveTo>
                <a:pt x="464628" y="0"/>
              </a:moveTo>
              <a:lnTo>
                <a:pt x="464628" y="117224"/>
              </a:lnTo>
              <a:lnTo>
                <a:pt x="0" y="117224"/>
              </a:lnTo>
              <a:lnTo>
                <a:pt x="0" y="197862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BDFC72-5E85-9045-99B4-6C10C423CC98}">
      <dsp:nvSpPr>
        <dsp:cNvPr id="0" name=""/>
        <dsp:cNvSpPr/>
      </dsp:nvSpPr>
      <dsp:spPr>
        <a:xfrm>
          <a:off x="1928336" y="1846793"/>
          <a:ext cx="91440" cy="35327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53271"/>
              </a:lnTo>
              <a:lnTo>
                <a:pt x="126357" y="35327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485551-8F6B-B14D-90F3-116F130F9BED}">
      <dsp:nvSpPr>
        <dsp:cNvPr id="0" name=""/>
        <dsp:cNvSpPr/>
      </dsp:nvSpPr>
      <dsp:spPr>
        <a:xfrm>
          <a:off x="1847698" y="1846793"/>
          <a:ext cx="91440" cy="353271"/>
        </a:xfrm>
        <a:custGeom>
          <a:avLst/>
          <a:gdLst/>
          <a:ahLst/>
          <a:cxnLst/>
          <a:rect l="0" t="0" r="0" b="0"/>
          <a:pathLst>
            <a:path>
              <a:moveTo>
                <a:pt x="126357" y="0"/>
              </a:moveTo>
              <a:lnTo>
                <a:pt x="126357" y="353271"/>
              </a:lnTo>
              <a:lnTo>
                <a:pt x="45720" y="35327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5372A67-3CF8-6844-A9A9-DC051455587B}">
      <dsp:nvSpPr>
        <dsp:cNvPr id="0" name=""/>
        <dsp:cNvSpPr/>
      </dsp:nvSpPr>
      <dsp:spPr>
        <a:xfrm>
          <a:off x="1044799" y="1301527"/>
          <a:ext cx="545266" cy="35327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3271"/>
              </a:lnTo>
              <a:lnTo>
                <a:pt x="545266" y="35327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160F719-B833-E744-990C-02441EB444CD}">
      <dsp:nvSpPr>
        <dsp:cNvPr id="0" name=""/>
        <dsp:cNvSpPr/>
      </dsp:nvSpPr>
      <dsp:spPr>
        <a:xfrm>
          <a:off x="80984" y="1846793"/>
          <a:ext cx="115197" cy="35327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3271"/>
              </a:lnTo>
              <a:lnTo>
                <a:pt x="115197" y="35327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D945408-EDFC-B645-B238-8A8FF79D2EF8}">
      <dsp:nvSpPr>
        <dsp:cNvPr id="0" name=""/>
        <dsp:cNvSpPr/>
      </dsp:nvSpPr>
      <dsp:spPr>
        <a:xfrm>
          <a:off x="772166" y="1301527"/>
          <a:ext cx="272633" cy="353271"/>
        </a:xfrm>
        <a:custGeom>
          <a:avLst/>
          <a:gdLst/>
          <a:ahLst/>
          <a:cxnLst/>
          <a:rect l="0" t="0" r="0" b="0"/>
          <a:pathLst>
            <a:path>
              <a:moveTo>
                <a:pt x="272633" y="0"/>
              </a:moveTo>
              <a:lnTo>
                <a:pt x="272633" y="353271"/>
              </a:lnTo>
              <a:lnTo>
                <a:pt x="0" y="353271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100D25F-21B2-1645-A92A-DC662ACBB090}">
      <dsp:nvSpPr>
        <dsp:cNvPr id="0" name=""/>
        <dsp:cNvSpPr/>
      </dsp:nvSpPr>
      <dsp:spPr>
        <a:xfrm>
          <a:off x="1044799" y="719674"/>
          <a:ext cx="3388714" cy="197862"/>
        </a:xfrm>
        <a:custGeom>
          <a:avLst/>
          <a:gdLst/>
          <a:ahLst/>
          <a:cxnLst/>
          <a:rect l="0" t="0" r="0" b="0"/>
          <a:pathLst>
            <a:path>
              <a:moveTo>
                <a:pt x="3388714" y="0"/>
              </a:moveTo>
              <a:lnTo>
                <a:pt x="3388714" y="117224"/>
              </a:lnTo>
              <a:lnTo>
                <a:pt x="0" y="117224"/>
              </a:lnTo>
              <a:lnTo>
                <a:pt x="0" y="197862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B6B62F3-3567-4C95-960A-6F5C0EE787E2}">
      <dsp:nvSpPr>
        <dsp:cNvPr id="0" name=""/>
        <dsp:cNvSpPr/>
      </dsp:nvSpPr>
      <dsp:spPr>
        <a:xfrm>
          <a:off x="4049523" y="335684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FPGA peak Detector</a:t>
          </a:r>
        </a:p>
      </dsp:txBody>
      <dsp:txXfrm>
        <a:off x="4049523" y="335684"/>
        <a:ext cx="767980" cy="383990"/>
      </dsp:txXfrm>
    </dsp:sp>
    <dsp:sp modelId="{F02ACFEF-EA72-4E53-AEA6-88742DAE6E43}">
      <dsp:nvSpPr>
        <dsp:cNvPr id="0" name=""/>
        <dsp:cNvSpPr/>
      </dsp:nvSpPr>
      <dsp:spPr>
        <a:xfrm>
          <a:off x="660809" y="917537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prstClr val="white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Algorithm level</a:t>
          </a:r>
        </a:p>
      </dsp:txBody>
      <dsp:txXfrm>
        <a:off x="660809" y="917537"/>
        <a:ext cx="767980" cy="383990"/>
      </dsp:txXfrm>
    </dsp:sp>
    <dsp:sp modelId="{D474D648-7468-441D-88AC-BCC959BD78E4}">
      <dsp:nvSpPr>
        <dsp:cNvPr id="0" name=""/>
        <dsp:cNvSpPr/>
      </dsp:nvSpPr>
      <dsp:spPr>
        <a:xfrm>
          <a:off x="4186" y="1462803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DP pseudocode </a:t>
          </a:r>
        </a:p>
      </dsp:txBody>
      <dsp:txXfrm>
        <a:off x="4186" y="1462803"/>
        <a:ext cx="767980" cy="383990"/>
      </dsp:txXfrm>
    </dsp:sp>
    <dsp:sp modelId="{5FA93C53-AD88-4E71-8701-C65862888267}">
      <dsp:nvSpPr>
        <dsp:cNvPr id="0" name=""/>
        <dsp:cNvSpPr/>
      </dsp:nvSpPr>
      <dsp:spPr>
        <a:xfrm>
          <a:off x="196181" y="2008069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Logic design</a:t>
          </a:r>
        </a:p>
      </dsp:txBody>
      <dsp:txXfrm>
        <a:off x="196181" y="2008069"/>
        <a:ext cx="767980" cy="383990"/>
      </dsp:txXfrm>
    </dsp:sp>
    <dsp:sp modelId="{F44AF9BF-75C6-47A6-A313-D0B4E283FDEF}">
      <dsp:nvSpPr>
        <dsp:cNvPr id="0" name=""/>
        <dsp:cNvSpPr/>
      </dsp:nvSpPr>
      <dsp:spPr>
        <a:xfrm>
          <a:off x="1590065" y="1462803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CP FSM</a:t>
          </a:r>
        </a:p>
      </dsp:txBody>
      <dsp:txXfrm>
        <a:off x="1590065" y="1462803"/>
        <a:ext cx="767980" cy="383990"/>
      </dsp:txXfrm>
    </dsp:sp>
    <dsp:sp modelId="{EBB435CD-EE78-40CD-8E31-1604916C3BCC}">
      <dsp:nvSpPr>
        <dsp:cNvPr id="0" name=""/>
        <dsp:cNvSpPr/>
      </dsp:nvSpPr>
      <dsp:spPr>
        <a:xfrm>
          <a:off x="1125437" y="2008069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Interconnection</a:t>
          </a:r>
        </a:p>
      </dsp:txBody>
      <dsp:txXfrm>
        <a:off x="1125437" y="2008069"/>
        <a:ext cx="767980" cy="383990"/>
      </dsp:txXfrm>
    </dsp:sp>
    <dsp:sp modelId="{956D2ABF-230E-485E-A3D0-3DEBB4D338F8}">
      <dsp:nvSpPr>
        <dsp:cNvPr id="0" name=""/>
        <dsp:cNvSpPr/>
      </dsp:nvSpPr>
      <dsp:spPr>
        <a:xfrm>
          <a:off x="2054694" y="2008069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Port define</a:t>
          </a:r>
        </a:p>
      </dsp:txBody>
      <dsp:txXfrm>
        <a:off x="2054694" y="2008069"/>
        <a:ext cx="767980" cy="383990"/>
      </dsp:txXfrm>
    </dsp:sp>
    <dsp:sp modelId="{2FFFCB54-00F2-40B3-9893-442426D049CD}">
      <dsp:nvSpPr>
        <dsp:cNvPr id="0" name=""/>
        <dsp:cNvSpPr/>
      </dsp:nvSpPr>
      <dsp:spPr>
        <a:xfrm>
          <a:off x="3584895" y="917537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Register level</a:t>
          </a:r>
        </a:p>
      </dsp:txBody>
      <dsp:txXfrm>
        <a:off x="3584895" y="917537"/>
        <a:ext cx="767980" cy="383990"/>
      </dsp:txXfrm>
    </dsp:sp>
    <dsp:sp modelId="{29E70C57-4F32-4E6B-9204-DBD04013252F}">
      <dsp:nvSpPr>
        <dsp:cNvPr id="0" name=""/>
        <dsp:cNvSpPr/>
      </dsp:nvSpPr>
      <dsp:spPr>
        <a:xfrm>
          <a:off x="2791955" y="1462803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CP VHDL</a:t>
          </a:r>
        </a:p>
      </dsp:txBody>
      <dsp:txXfrm>
        <a:off x="2791955" y="1462803"/>
        <a:ext cx="767980" cy="383990"/>
      </dsp:txXfrm>
    </dsp:sp>
    <dsp:sp modelId="{A850DDD4-C76B-420C-8E40-3E42FB92093A}">
      <dsp:nvSpPr>
        <dsp:cNvPr id="0" name=""/>
        <dsp:cNvSpPr/>
      </dsp:nvSpPr>
      <dsp:spPr>
        <a:xfrm>
          <a:off x="2983950" y="2008069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Design &amp; Simulate</a:t>
          </a:r>
        </a:p>
      </dsp:txBody>
      <dsp:txXfrm>
        <a:off x="2983950" y="2008069"/>
        <a:ext cx="767980" cy="383990"/>
      </dsp:txXfrm>
    </dsp:sp>
    <dsp:sp modelId="{561DD282-2FD7-4B3B-AF9C-264C1312B190}">
      <dsp:nvSpPr>
        <dsp:cNvPr id="0" name=""/>
        <dsp:cNvSpPr/>
      </dsp:nvSpPr>
      <dsp:spPr>
        <a:xfrm>
          <a:off x="4377835" y="1462803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DP VHDL</a:t>
          </a:r>
        </a:p>
      </dsp:txBody>
      <dsp:txXfrm>
        <a:off x="4377835" y="1462803"/>
        <a:ext cx="767980" cy="383990"/>
      </dsp:txXfrm>
    </dsp:sp>
    <dsp:sp modelId="{A0E2FFC6-8DAC-427C-8A73-3C43E738189C}">
      <dsp:nvSpPr>
        <dsp:cNvPr id="0" name=""/>
        <dsp:cNvSpPr/>
      </dsp:nvSpPr>
      <dsp:spPr>
        <a:xfrm>
          <a:off x="3913207" y="2008069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Write code</a:t>
          </a:r>
        </a:p>
      </dsp:txBody>
      <dsp:txXfrm>
        <a:off x="3913207" y="2008069"/>
        <a:ext cx="767980" cy="383990"/>
      </dsp:txXfrm>
    </dsp:sp>
    <dsp:sp modelId="{6E9830BB-1E38-49E6-A242-85C17CB4378F}">
      <dsp:nvSpPr>
        <dsp:cNvPr id="0" name=""/>
        <dsp:cNvSpPr/>
      </dsp:nvSpPr>
      <dsp:spPr>
        <a:xfrm>
          <a:off x="4842463" y="2008069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Design testbench</a:t>
          </a:r>
        </a:p>
      </dsp:txBody>
      <dsp:txXfrm>
        <a:off x="4842463" y="2008069"/>
        <a:ext cx="767980" cy="383990"/>
      </dsp:txXfrm>
    </dsp:sp>
    <dsp:sp modelId="{CEE93429-621B-4703-B521-443DCCC3E000}">
      <dsp:nvSpPr>
        <dsp:cNvPr id="0" name=""/>
        <dsp:cNvSpPr/>
      </dsp:nvSpPr>
      <dsp:spPr>
        <a:xfrm>
          <a:off x="3913207" y="2553335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Simulate</a:t>
          </a:r>
        </a:p>
      </dsp:txBody>
      <dsp:txXfrm>
        <a:off x="3913207" y="2553335"/>
        <a:ext cx="767980" cy="383990"/>
      </dsp:txXfrm>
    </dsp:sp>
    <dsp:sp modelId="{C7D6E43D-B148-4792-B6F0-F313AB205CA6}">
      <dsp:nvSpPr>
        <dsp:cNvPr id="0" name=""/>
        <dsp:cNvSpPr/>
      </dsp:nvSpPr>
      <dsp:spPr>
        <a:xfrm>
          <a:off x="5579725" y="917537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Assemble</a:t>
          </a:r>
        </a:p>
      </dsp:txBody>
      <dsp:txXfrm>
        <a:off x="5579725" y="917537"/>
        <a:ext cx="767980" cy="383990"/>
      </dsp:txXfrm>
    </dsp:sp>
    <dsp:sp modelId="{D5AC4358-F08B-4603-9B2B-FCB520444D7C}">
      <dsp:nvSpPr>
        <dsp:cNvPr id="0" name=""/>
        <dsp:cNvSpPr/>
      </dsp:nvSpPr>
      <dsp:spPr>
        <a:xfrm>
          <a:off x="5579725" y="1462803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Packaged VHDL</a:t>
          </a:r>
        </a:p>
      </dsp:txBody>
      <dsp:txXfrm>
        <a:off x="5579725" y="1462803"/>
        <a:ext cx="767980" cy="383990"/>
      </dsp:txXfrm>
    </dsp:sp>
    <dsp:sp modelId="{4B274DE1-F8EB-436E-8EF8-9BB263E2A1FD}">
      <dsp:nvSpPr>
        <dsp:cNvPr id="0" name=""/>
        <dsp:cNvSpPr/>
      </dsp:nvSpPr>
      <dsp:spPr>
        <a:xfrm>
          <a:off x="5771720" y="2008069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Link generator</a:t>
          </a:r>
        </a:p>
      </dsp:txBody>
      <dsp:txXfrm>
        <a:off x="5771720" y="2008069"/>
        <a:ext cx="767980" cy="383990"/>
      </dsp:txXfrm>
    </dsp:sp>
    <dsp:sp modelId="{914E2BA2-2213-44FD-A7B8-30C8A5261808}">
      <dsp:nvSpPr>
        <dsp:cNvPr id="0" name=""/>
        <dsp:cNvSpPr/>
      </dsp:nvSpPr>
      <dsp:spPr>
        <a:xfrm>
          <a:off x="5771720" y="2553335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Test &amp; verify</a:t>
          </a:r>
        </a:p>
      </dsp:txBody>
      <dsp:txXfrm>
        <a:off x="5771720" y="2553335"/>
        <a:ext cx="767980" cy="383990"/>
      </dsp:txXfrm>
    </dsp:sp>
    <dsp:sp modelId="{54E3BDAB-1EF0-4652-B5AE-0396F0252114}">
      <dsp:nvSpPr>
        <dsp:cNvPr id="0" name=""/>
        <dsp:cNvSpPr/>
      </dsp:nvSpPr>
      <dsp:spPr>
        <a:xfrm>
          <a:off x="6508981" y="917537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Synthesis</a:t>
          </a:r>
        </a:p>
      </dsp:txBody>
      <dsp:txXfrm>
        <a:off x="6508981" y="917537"/>
        <a:ext cx="767980" cy="383990"/>
      </dsp:txXfrm>
    </dsp:sp>
    <dsp:sp modelId="{9020AF5B-9D8D-4762-8614-37F103936405}">
      <dsp:nvSpPr>
        <dsp:cNvPr id="0" name=""/>
        <dsp:cNvSpPr/>
      </dsp:nvSpPr>
      <dsp:spPr>
        <a:xfrm>
          <a:off x="6508981" y="1462803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FPGA Bitstream</a:t>
          </a:r>
        </a:p>
      </dsp:txBody>
      <dsp:txXfrm>
        <a:off x="6508981" y="1462803"/>
        <a:ext cx="767980" cy="383990"/>
      </dsp:txXfrm>
    </dsp:sp>
    <dsp:sp modelId="{386E7981-007A-4D9B-8E37-42A3371909A9}">
      <dsp:nvSpPr>
        <dsp:cNvPr id="0" name=""/>
        <dsp:cNvSpPr/>
      </dsp:nvSpPr>
      <dsp:spPr>
        <a:xfrm>
          <a:off x="6700976" y="2008069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Link Rx &amp; Tx</a:t>
          </a:r>
        </a:p>
      </dsp:txBody>
      <dsp:txXfrm>
        <a:off x="6700976" y="2008069"/>
        <a:ext cx="767980" cy="383990"/>
      </dsp:txXfrm>
    </dsp:sp>
    <dsp:sp modelId="{668654D7-2ADC-489C-B0E6-A5A5BE356BB3}">
      <dsp:nvSpPr>
        <dsp:cNvPr id="0" name=""/>
        <dsp:cNvSpPr/>
      </dsp:nvSpPr>
      <dsp:spPr>
        <a:xfrm>
          <a:off x="6700976" y="2553335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Timing constraint</a:t>
          </a:r>
        </a:p>
      </dsp:txBody>
      <dsp:txXfrm>
        <a:off x="6700976" y="2553335"/>
        <a:ext cx="767980" cy="383990"/>
      </dsp:txXfrm>
    </dsp:sp>
    <dsp:sp modelId="{EDAF6549-3B8E-4725-A998-A8A45254797C}">
      <dsp:nvSpPr>
        <dsp:cNvPr id="0" name=""/>
        <dsp:cNvSpPr/>
      </dsp:nvSpPr>
      <dsp:spPr>
        <a:xfrm>
          <a:off x="7438238" y="917537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Submission</a:t>
          </a:r>
        </a:p>
      </dsp:txBody>
      <dsp:txXfrm>
        <a:off x="7438238" y="917537"/>
        <a:ext cx="767980" cy="383990"/>
      </dsp:txXfrm>
    </dsp:sp>
    <dsp:sp modelId="{D71B566B-68C3-44C5-AE09-39FDA3398244}">
      <dsp:nvSpPr>
        <dsp:cNvPr id="0" name=""/>
        <dsp:cNvSpPr/>
      </dsp:nvSpPr>
      <dsp:spPr>
        <a:xfrm>
          <a:off x="7634419" y="1561642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Report</a:t>
          </a:r>
        </a:p>
      </dsp:txBody>
      <dsp:txXfrm>
        <a:off x="7634419" y="1561642"/>
        <a:ext cx="767980" cy="383990"/>
      </dsp:txXfrm>
    </dsp:sp>
    <dsp:sp modelId="{512D87B3-B599-49CC-800E-AAF84B20F1CE}">
      <dsp:nvSpPr>
        <dsp:cNvPr id="0" name=""/>
        <dsp:cNvSpPr/>
      </dsp:nvSpPr>
      <dsp:spPr>
        <a:xfrm>
          <a:off x="7634419" y="2045243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FPGA Product</a:t>
          </a:r>
        </a:p>
      </dsp:txBody>
      <dsp:txXfrm>
        <a:off x="7634419" y="2045243"/>
        <a:ext cx="767980" cy="383990"/>
      </dsp:txXfrm>
    </dsp:sp>
    <dsp:sp modelId="{98F89CD6-997A-425F-B128-2D27CFA3B5BB}">
      <dsp:nvSpPr>
        <dsp:cNvPr id="0" name=""/>
        <dsp:cNvSpPr/>
      </dsp:nvSpPr>
      <dsp:spPr>
        <a:xfrm>
          <a:off x="7630233" y="2553335"/>
          <a:ext cx="767980" cy="383990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Video</a:t>
          </a:r>
        </a:p>
      </dsp:txBody>
      <dsp:txXfrm>
        <a:off x="7630233" y="2553335"/>
        <a:ext cx="767980" cy="38399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0B2FAC-B688-4141-BFF1-F2A3C72B938E}">
      <dsp:nvSpPr>
        <dsp:cNvPr id="0" name=""/>
        <dsp:cNvSpPr/>
      </dsp:nvSpPr>
      <dsp:spPr>
        <a:xfrm>
          <a:off x="7537030" y="1575910"/>
          <a:ext cx="112696" cy="8790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79036"/>
              </a:lnTo>
              <a:lnTo>
                <a:pt x="112696" y="879036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4FB67B4-EB0B-D749-8551-9395490A3F35}">
      <dsp:nvSpPr>
        <dsp:cNvPr id="0" name=""/>
        <dsp:cNvSpPr/>
      </dsp:nvSpPr>
      <dsp:spPr>
        <a:xfrm>
          <a:off x="7537030" y="1575910"/>
          <a:ext cx="112696" cy="3456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45604"/>
              </a:lnTo>
              <a:lnTo>
                <a:pt x="112696" y="34560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32F9CE-8494-844A-8E59-E2B0E23A3C5B}">
      <dsp:nvSpPr>
        <dsp:cNvPr id="0" name=""/>
        <dsp:cNvSpPr/>
      </dsp:nvSpPr>
      <dsp:spPr>
        <a:xfrm>
          <a:off x="6928467" y="1042478"/>
          <a:ext cx="909089" cy="1577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8887"/>
              </a:lnTo>
              <a:lnTo>
                <a:pt x="909089" y="78887"/>
              </a:lnTo>
              <a:lnTo>
                <a:pt x="909089" y="15777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0367DD-8A55-B846-A573-FC7DD06B647E}">
      <dsp:nvSpPr>
        <dsp:cNvPr id="0" name=""/>
        <dsp:cNvSpPr/>
      </dsp:nvSpPr>
      <dsp:spPr>
        <a:xfrm>
          <a:off x="6627941" y="1575910"/>
          <a:ext cx="112696" cy="8790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79036"/>
              </a:lnTo>
              <a:lnTo>
                <a:pt x="112696" y="879036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F7E15B5-B4DB-DC44-9326-F607D14889F8}">
      <dsp:nvSpPr>
        <dsp:cNvPr id="0" name=""/>
        <dsp:cNvSpPr/>
      </dsp:nvSpPr>
      <dsp:spPr>
        <a:xfrm>
          <a:off x="6627941" y="1575910"/>
          <a:ext cx="112696" cy="3456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45604"/>
              </a:lnTo>
              <a:lnTo>
                <a:pt x="112696" y="34560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203313B-9BDC-584B-B9BD-EB6DE48FDC9F}">
      <dsp:nvSpPr>
        <dsp:cNvPr id="0" name=""/>
        <dsp:cNvSpPr/>
      </dsp:nvSpPr>
      <dsp:spPr>
        <a:xfrm>
          <a:off x="6882747" y="1042478"/>
          <a:ext cx="91440" cy="15777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5777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0959943-5964-6C4E-A1B8-AC34BEFA6649}">
      <dsp:nvSpPr>
        <dsp:cNvPr id="0" name=""/>
        <dsp:cNvSpPr/>
      </dsp:nvSpPr>
      <dsp:spPr>
        <a:xfrm>
          <a:off x="6019378" y="1042478"/>
          <a:ext cx="909089" cy="157775"/>
        </a:xfrm>
        <a:custGeom>
          <a:avLst/>
          <a:gdLst/>
          <a:ahLst/>
          <a:cxnLst/>
          <a:rect l="0" t="0" r="0" b="0"/>
          <a:pathLst>
            <a:path>
              <a:moveTo>
                <a:pt x="909089" y="0"/>
              </a:moveTo>
              <a:lnTo>
                <a:pt x="909089" y="78887"/>
              </a:lnTo>
              <a:lnTo>
                <a:pt x="0" y="78887"/>
              </a:lnTo>
              <a:lnTo>
                <a:pt x="0" y="15777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3BA0C9-D203-B04D-8F5D-6C307AB19BC0}">
      <dsp:nvSpPr>
        <dsp:cNvPr id="0" name=""/>
        <dsp:cNvSpPr/>
      </dsp:nvSpPr>
      <dsp:spPr>
        <a:xfrm>
          <a:off x="3880013" y="509045"/>
          <a:ext cx="3048453" cy="1577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8887"/>
              </a:lnTo>
              <a:lnTo>
                <a:pt x="3048453" y="78887"/>
              </a:lnTo>
              <a:lnTo>
                <a:pt x="3048453" y="157775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0E1E23-AD30-7E47-8DDA-F25C5D2C204E}">
      <dsp:nvSpPr>
        <dsp:cNvPr id="0" name=""/>
        <dsp:cNvSpPr/>
      </dsp:nvSpPr>
      <dsp:spPr>
        <a:xfrm>
          <a:off x="4621935" y="1042478"/>
          <a:ext cx="112696" cy="14124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2468"/>
              </a:lnTo>
              <a:lnTo>
                <a:pt x="112696" y="1412468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D38A83E-5668-F044-97E4-78E208A7F0E5}">
      <dsp:nvSpPr>
        <dsp:cNvPr id="0" name=""/>
        <dsp:cNvSpPr/>
      </dsp:nvSpPr>
      <dsp:spPr>
        <a:xfrm>
          <a:off x="4621935" y="1042478"/>
          <a:ext cx="112696" cy="8790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79036"/>
              </a:lnTo>
              <a:lnTo>
                <a:pt x="112696" y="879036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99CE8F9-0F5E-C549-A81A-9B34DE4F0505}">
      <dsp:nvSpPr>
        <dsp:cNvPr id="0" name=""/>
        <dsp:cNvSpPr/>
      </dsp:nvSpPr>
      <dsp:spPr>
        <a:xfrm>
          <a:off x="4621935" y="1042478"/>
          <a:ext cx="112696" cy="3456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45604"/>
              </a:lnTo>
              <a:lnTo>
                <a:pt x="112696" y="34560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E600FE0-2E23-874D-8FC4-36E91BF8FEDC}">
      <dsp:nvSpPr>
        <dsp:cNvPr id="0" name=""/>
        <dsp:cNvSpPr/>
      </dsp:nvSpPr>
      <dsp:spPr>
        <a:xfrm>
          <a:off x="3880013" y="509045"/>
          <a:ext cx="1042447" cy="1577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8887"/>
              </a:lnTo>
              <a:lnTo>
                <a:pt x="1042447" y="78887"/>
              </a:lnTo>
              <a:lnTo>
                <a:pt x="1042447" y="157775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E9ED22D-EA2D-FB4F-A67C-25B410A7438F}">
      <dsp:nvSpPr>
        <dsp:cNvPr id="0" name=""/>
        <dsp:cNvSpPr/>
      </dsp:nvSpPr>
      <dsp:spPr>
        <a:xfrm>
          <a:off x="3712846" y="1042478"/>
          <a:ext cx="112696" cy="8790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79036"/>
              </a:lnTo>
              <a:lnTo>
                <a:pt x="112696" y="879036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CF7AC00-C297-E04D-9AB7-3FCE5DAF37C6}">
      <dsp:nvSpPr>
        <dsp:cNvPr id="0" name=""/>
        <dsp:cNvSpPr/>
      </dsp:nvSpPr>
      <dsp:spPr>
        <a:xfrm>
          <a:off x="3712846" y="1042478"/>
          <a:ext cx="112696" cy="3456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45604"/>
              </a:lnTo>
              <a:lnTo>
                <a:pt x="112696" y="34560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B22D78F-F0F5-4F48-9B0A-A11467F11BE9}">
      <dsp:nvSpPr>
        <dsp:cNvPr id="0" name=""/>
        <dsp:cNvSpPr/>
      </dsp:nvSpPr>
      <dsp:spPr>
        <a:xfrm>
          <a:off x="3880013" y="509045"/>
          <a:ext cx="133358" cy="1577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8887"/>
              </a:lnTo>
              <a:lnTo>
                <a:pt x="133358" y="78887"/>
              </a:lnTo>
              <a:lnTo>
                <a:pt x="133358" y="157775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8DE98D-81FC-E44B-BC38-438DBDA44E90}">
      <dsp:nvSpPr>
        <dsp:cNvPr id="0" name=""/>
        <dsp:cNvSpPr/>
      </dsp:nvSpPr>
      <dsp:spPr>
        <a:xfrm>
          <a:off x="2803757" y="1575910"/>
          <a:ext cx="112696" cy="14124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2468"/>
              </a:lnTo>
              <a:lnTo>
                <a:pt x="112696" y="1412468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F285808-3179-DC4E-B085-0E78BF4D19CC}">
      <dsp:nvSpPr>
        <dsp:cNvPr id="0" name=""/>
        <dsp:cNvSpPr/>
      </dsp:nvSpPr>
      <dsp:spPr>
        <a:xfrm>
          <a:off x="2803757" y="1575910"/>
          <a:ext cx="112696" cy="8790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79036"/>
              </a:lnTo>
              <a:lnTo>
                <a:pt x="112696" y="879036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C1C2671-FFF8-4140-8323-29BCF59666B1}">
      <dsp:nvSpPr>
        <dsp:cNvPr id="0" name=""/>
        <dsp:cNvSpPr/>
      </dsp:nvSpPr>
      <dsp:spPr>
        <a:xfrm>
          <a:off x="2803757" y="1575910"/>
          <a:ext cx="112696" cy="3456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45604"/>
              </a:lnTo>
              <a:lnTo>
                <a:pt x="112696" y="34560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8A5D78E-C875-FD4F-84F5-B9725C30EF2A}">
      <dsp:nvSpPr>
        <dsp:cNvPr id="0" name=""/>
        <dsp:cNvSpPr/>
      </dsp:nvSpPr>
      <dsp:spPr>
        <a:xfrm>
          <a:off x="2649738" y="1042478"/>
          <a:ext cx="454544" cy="1577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8887"/>
              </a:lnTo>
              <a:lnTo>
                <a:pt x="454544" y="78887"/>
              </a:lnTo>
              <a:lnTo>
                <a:pt x="454544" y="15777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FCDF3C8-FF17-D842-BCD8-E4EA715337C0}">
      <dsp:nvSpPr>
        <dsp:cNvPr id="0" name=""/>
        <dsp:cNvSpPr/>
      </dsp:nvSpPr>
      <dsp:spPr>
        <a:xfrm>
          <a:off x="1894668" y="1575910"/>
          <a:ext cx="112696" cy="3456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45604"/>
              </a:lnTo>
              <a:lnTo>
                <a:pt x="112696" y="34560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84CD67-38DA-0844-AD81-C4924FCD9C37}">
      <dsp:nvSpPr>
        <dsp:cNvPr id="0" name=""/>
        <dsp:cNvSpPr/>
      </dsp:nvSpPr>
      <dsp:spPr>
        <a:xfrm>
          <a:off x="2195193" y="1042478"/>
          <a:ext cx="454544" cy="157775"/>
        </a:xfrm>
        <a:custGeom>
          <a:avLst/>
          <a:gdLst/>
          <a:ahLst/>
          <a:cxnLst/>
          <a:rect l="0" t="0" r="0" b="0"/>
          <a:pathLst>
            <a:path>
              <a:moveTo>
                <a:pt x="454544" y="0"/>
              </a:moveTo>
              <a:lnTo>
                <a:pt x="454544" y="78887"/>
              </a:lnTo>
              <a:lnTo>
                <a:pt x="0" y="78887"/>
              </a:lnTo>
              <a:lnTo>
                <a:pt x="0" y="15777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E579998-9B69-0543-85E1-73EAB6D33A2A}">
      <dsp:nvSpPr>
        <dsp:cNvPr id="0" name=""/>
        <dsp:cNvSpPr/>
      </dsp:nvSpPr>
      <dsp:spPr>
        <a:xfrm>
          <a:off x="2649738" y="509045"/>
          <a:ext cx="1230275" cy="157775"/>
        </a:xfrm>
        <a:custGeom>
          <a:avLst/>
          <a:gdLst/>
          <a:ahLst/>
          <a:cxnLst/>
          <a:rect l="0" t="0" r="0" b="0"/>
          <a:pathLst>
            <a:path>
              <a:moveTo>
                <a:pt x="1230275" y="0"/>
              </a:moveTo>
              <a:lnTo>
                <a:pt x="1230275" y="78887"/>
              </a:lnTo>
              <a:lnTo>
                <a:pt x="0" y="78887"/>
              </a:lnTo>
              <a:lnTo>
                <a:pt x="0" y="157775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5C3C468-6F2A-F540-B390-8BA4E3C71257}">
      <dsp:nvSpPr>
        <dsp:cNvPr id="0" name=""/>
        <dsp:cNvSpPr/>
      </dsp:nvSpPr>
      <dsp:spPr>
        <a:xfrm>
          <a:off x="985579" y="1575910"/>
          <a:ext cx="112696" cy="8790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79036"/>
              </a:lnTo>
              <a:lnTo>
                <a:pt x="112696" y="879036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E716B38-9C36-9C41-B94F-AB319A540941}">
      <dsp:nvSpPr>
        <dsp:cNvPr id="0" name=""/>
        <dsp:cNvSpPr/>
      </dsp:nvSpPr>
      <dsp:spPr>
        <a:xfrm>
          <a:off x="985579" y="1575910"/>
          <a:ext cx="112696" cy="3456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45604"/>
              </a:lnTo>
              <a:lnTo>
                <a:pt x="112696" y="34560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59D34A-E65D-9A4B-BD4D-627CE1E2B506}">
      <dsp:nvSpPr>
        <dsp:cNvPr id="0" name=""/>
        <dsp:cNvSpPr/>
      </dsp:nvSpPr>
      <dsp:spPr>
        <a:xfrm>
          <a:off x="831560" y="1042478"/>
          <a:ext cx="454544" cy="1577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8887"/>
              </a:lnTo>
              <a:lnTo>
                <a:pt x="454544" y="78887"/>
              </a:lnTo>
              <a:lnTo>
                <a:pt x="454544" y="15777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5C524F7-7CC2-3C42-B638-674C96488B36}">
      <dsp:nvSpPr>
        <dsp:cNvPr id="0" name=""/>
        <dsp:cNvSpPr/>
      </dsp:nvSpPr>
      <dsp:spPr>
        <a:xfrm>
          <a:off x="76490" y="1575910"/>
          <a:ext cx="112696" cy="34560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45604"/>
              </a:lnTo>
              <a:lnTo>
                <a:pt x="112696" y="345604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55032F-390A-944F-904E-571CD7ED8FD8}">
      <dsp:nvSpPr>
        <dsp:cNvPr id="0" name=""/>
        <dsp:cNvSpPr/>
      </dsp:nvSpPr>
      <dsp:spPr>
        <a:xfrm>
          <a:off x="377015" y="1042478"/>
          <a:ext cx="454544" cy="157775"/>
        </a:xfrm>
        <a:custGeom>
          <a:avLst/>
          <a:gdLst/>
          <a:ahLst/>
          <a:cxnLst/>
          <a:rect l="0" t="0" r="0" b="0"/>
          <a:pathLst>
            <a:path>
              <a:moveTo>
                <a:pt x="454544" y="0"/>
              </a:moveTo>
              <a:lnTo>
                <a:pt x="454544" y="78887"/>
              </a:lnTo>
              <a:lnTo>
                <a:pt x="0" y="78887"/>
              </a:lnTo>
              <a:lnTo>
                <a:pt x="0" y="157775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5A6759D-6494-5747-89DE-41017D631C22}">
      <dsp:nvSpPr>
        <dsp:cNvPr id="0" name=""/>
        <dsp:cNvSpPr/>
      </dsp:nvSpPr>
      <dsp:spPr>
        <a:xfrm>
          <a:off x="831560" y="509045"/>
          <a:ext cx="3048453" cy="157775"/>
        </a:xfrm>
        <a:custGeom>
          <a:avLst/>
          <a:gdLst/>
          <a:ahLst/>
          <a:cxnLst/>
          <a:rect l="0" t="0" r="0" b="0"/>
          <a:pathLst>
            <a:path>
              <a:moveTo>
                <a:pt x="3048453" y="0"/>
              </a:moveTo>
              <a:lnTo>
                <a:pt x="3048453" y="78887"/>
              </a:lnTo>
              <a:lnTo>
                <a:pt x="0" y="78887"/>
              </a:lnTo>
              <a:lnTo>
                <a:pt x="0" y="157775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4221630-E710-F048-B966-422A0399230C}">
      <dsp:nvSpPr>
        <dsp:cNvPr id="0" name=""/>
        <dsp:cNvSpPr/>
      </dsp:nvSpPr>
      <dsp:spPr>
        <a:xfrm>
          <a:off x="3504356" y="133389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FPGA peak Detector</a:t>
          </a:r>
        </a:p>
      </dsp:txBody>
      <dsp:txXfrm>
        <a:off x="3504356" y="133389"/>
        <a:ext cx="751313" cy="375656"/>
      </dsp:txXfrm>
    </dsp:sp>
    <dsp:sp modelId="{F41FDA9B-C3BD-2A48-8CE5-C771BD0B29C6}">
      <dsp:nvSpPr>
        <dsp:cNvPr id="0" name=""/>
        <dsp:cNvSpPr/>
      </dsp:nvSpPr>
      <dsp:spPr>
        <a:xfrm>
          <a:off x="455903" y="666821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prstClr val="white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Algorithm level</a:t>
          </a:r>
        </a:p>
      </dsp:txBody>
      <dsp:txXfrm>
        <a:off x="455903" y="666821"/>
        <a:ext cx="751313" cy="375656"/>
      </dsp:txXfrm>
    </dsp:sp>
    <dsp:sp modelId="{188680AF-6C00-7341-A604-ED45FAC46111}">
      <dsp:nvSpPr>
        <dsp:cNvPr id="0" name=""/>
        <dsp:cNvSpPr/>
      </dsp:nvSpPr>
      <dsp:spPr>
        <a:xfrm>
          <a:off x="1359" y="1200253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DP pseudocode </a:t>
          </a:r>
        </a:p>
      </dsp:txBody>
      <dsp:txXfrm>
        <a:off x="1359" y="1200253"/>
        <a:ext cx="751313" cy="375656"/>
      </dsp:txXfrm>
    </dsp:sp>
    <dsp:sp modelId="{22D5829C-91D6-B847-A788-1C5C88CB1936}">
      <dsp:nvSpPr>
        <dsp:cNvPr id="0" name=""/>
        <dsp:cNvSpPr/>
      </dsp:nvSpPr>
      <dsp:spPr>
        <a:xfrm>
          <a:off x="189187" y="1733686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Logic design</a:t>
          </a:r>
        </a:p>
      </dsp:txBody>
      <dsp:txXfrm>
        <a:off x="189187" y="1733686"/>
        <a:ext cx="751313" cy="375656"/>
      </dsp:txXfrm>
    </dsp:sp>
    <dsp:sp modelId="{16C20232-778C-DB45-9B93-4B91723A9075}">
      <dsp:nvSpPr>
        <dsp:cNvPr id="0" name=""/>
        <dsp:cNvSpPr/>
      </dsp:nvSpPr>
      <dsp:spPr>
        <a:xfrm>
          <a:off x="910448" y="1200253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CP FSM</a:t>
          </a:r>
        </a:p>
      </dsp:txBody>
      <dsp:txXfrm>
        <a:off x="910448" y="1200253"/>
        <a:ext cx="751313" cy="375656"/>
      </dsp:txXfrm>
    </dsp:sp>
    <dsp:sp modelId="{BEB93EBC-F542-254B-9C46-50712A062B21}">
      <dsp:nvSpPr>
        <dsp:cNvPr id="0" name=""/>
        <dsp:cNvSpPr/>
      </dsp:nvSpPr>
      <dsp:spPr>
        <a:xfrm>
          <a:off x="1098276" y="1733686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Interconnection</a:t>
          </a:r>
        </a:p>
      </dsp:txBody>
      <dsp:txXfrm>
        <a:off x="1098276" y="1733686"/>
        <a:ext cx="751313" cy="375656"/>
      </dsp:txXfrm>
    </dsp:sp>
    <dsp:sp modelId="{AD3E502A-CEF8-8C46-9A0E-33AE819D4CFD}">
      <dsp:nvSpPr>
        <dsp:cNvPr id="0" name=""/>
        <dsp:cNvSpPr/>
      </dsp:nvSpPr>
      <dsp:spPr>
        <a:xfrm>
          <a:off x="1098276" y="2267118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Port define</a:t>
          </a:r>
        </a:p>
      </dsp:txBody>
      <dsp:txXfrm>
        <a:off x="1098276" y="2267118"/>
        <a:ext cx="751313" cy="375656"/>
      </dsp:txXfrm>
    </dsp:sp>
    <dsp:sp modelId="{2813604D-BFB9-F543-A968-A645EE0E27B8}">
      <dsp:nvSpPr>
        <dsp:cNvPr id="0" name=""/>
        <dsp:cNvSpPr/>
      </dsp:nvSpPr>
      <dsp:spPr>
        <a:xfrm>
          <a:off x="2274081" y="666821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Register level</a:t>
          </a:r>
        </a:p>
      </dsp:txBody>
      <dsp:txXfrm>
        <a:off x="2274081" y="666821"/>
        <a:ext cx="751313" cy="375656"/>
      </dsp:txXfrm>
    </dsp:sp>
    <dsp:sp modelId="{E58435D3-0FCA-AA42-B6B6-022BD559EE4E}">
      <dsp:nvSpPr>
        <dsp:cNvPr id="0" name=""/>
        <dsp:cNvSpPr/>
      </dsp:nvSpPr>
      <dsp:spPr>
        <a:xfrm>
          <a:off x="1819537" y="1200253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CP VHDL</a:t>
          </a:r>
        </a:p>
      </dsp:txBody>
      <dsp:txXfrm>
        <a:off x="1819537" y="1200253"/>
        <a:ext cx="751313" cy="375656"/>
      </dsp:txXfrm>
    </dsp:sp>
    <dsp:sp modelId="{64473842-1E19-724C-B6B6-F4841C98F7CF}">
      <dsp:nvSpPr>
        <dsp:cNvPr id="0" name=""/>
        <dsp:cNvSpPr/>
      </dsp:nvSpPr>
      <dsp:spPr>
        <a:xfrm>
          <a:off x="2007365" y="1733686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Design &amp; Simulate</a:t>
          </a:r>
        </a:p>
      </dsp:txBody>
      <dsp:txXfrm>
        <a:off x="2007365" y="1733686"/>
        <a:ext cx="751313" cy="375656"/>
      </dsp:txXfrm>
    </dsp:sp>
    <dsp:sp modelId="{89903A51-E55B-0642-9F70-F37B24DFB602}">
      <dsp:nvSpPr>
        <dsp:cNvPr id="0" name=""/>
        <dsp:cNvSpPr/>
      </dsp:nvSpPr>
      <dsp:spPr>
        <a:xfrm>
          <a:off x="2728626" y="1200253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DP VHDL</a:t>
          </a:r>
        </a:p>
      </dsp:txBody>
      <dsp:txXfrm>
        <a:off x="2728626" y="1200253"/>
        <a:ext cx="751313" cy="375656"/>
      </dsp:txXfrm>
    </dsp:sp>
    <dsp:sp modelId="{40745BC9-AD24-FF47-8BD8-F16FD569A5A7}">
      <dsp:nvSpPr>
        <dsp:cNvPr id="0" name=""/>
        <dsp:cNvSpPr/>
      </dsp:nvSpPr>
      <dsp:spPr>
        <a:xfrm>
          <a:off x="2916454" y="1733686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Write code</a:t>
          </a:r>
        </a:p>
      </dsp:txBody>
      <dsp:txXfrm>
        <a:off x="2916454" y="1733686"/>
        <a:ext cx="751313" cy="375656"/>
      </dsp:txXfrm>
    </dsp:sp>
    <dsp:sp modelId="{2A17CC5D-82B9-1346-83C3-1D6EED6232AC}">
      <dsp:nvSpPr>
        <dsp:cNvPr id="0" name=""/>
        <dsp:cNvSpPr/>
      </dsp:nvSpPr>
      <dsp:spPr>
        <a:xfrm>
          <a:off x="2916454" y="2267118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Design testbench</a:t>
          </a:r>
        </a:p>
      </dsp:txBody>
      <dsp:txXfrm>
        <a:off x="2916454" y="2267118"/>
        <a:ext cx="751313" cy="375656"/>
      </dsp:txXfrm>
    </dsp:sp>
    <dsp:sp modelId="{98E4F4F8-66F1-4C41-9C3F-C1C52DBF6CE7}">
      <dsp:nvSpPr>
        <dsp:cNvPr id="0" name=""/>
        <dsp:cNvSpPr/>
      </dsp:nvSpPr>
      <dsp:spPr>
        <a:xfrm>
          <a:off x="2916454" y="2800551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Simulate</a:t>
          </a:r>
        </a:p>
      </dsp:txBody>
      <dsp:txXfrm>
        <a:off x="2916454" y="2800551"/>
        <a:ext cx="751313" cy="375656"/>
      </dsp:txXfrm>
    </dsp:sp>
    <dsp:sp modelId="{90C2E529-CBE4-434F-8A45-34F63337B1A9}">
      <dsp:nvSpPr>
        <dsp:cNvPr id="0" name=""/>
        <dsp:cNvSpPr/>
      </dsp:nvSpPr>
      <dsp:spPr>
        <a:xfrm>
          <a:off x="3637715" y="666821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Simulate</a:t>
          </a:r>
        </a:p>
      </dsp:txBody>
      <dsp:txXfrm>
        <a:off x="3637715" y="666821"/>
        <a:ext cx="751313" cy="375656"/>
      </dsp:txXfrm>
    </dsp:sp>
    <dsp:sp modelId="{FEB8C0D2-544A-F449-A6BB-420E0DCA112E}">
      <dsp:nvSpPr>
        <dsp:cNvPr id="0" name=""/>
        <dsp:cNvSpPr/>
      </dsp:nvSpPr>
      <dsp:spPr>
        <a:xfrm>
          <a:off x="3825543" y="1200253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DP Standalone</a:t>
          </a:r>
        </a:p>
      </dsp:txBody>
      <dsp:txXfrm>
        <a:off x="3825543" y="1200253"/>
        <a:ext cx="751313" cy="375656"/>
      </dsp:txXfrm>
    </dsp:sp>
    <dsp:sp modelId="{F2FF416D-2017-A542-B614-0319E3134CD9}">
      <dsp:nvSpPr>
        <dsp:cNvPr id="0" name=""/>
        <dsp:cNvSpPr/>
      </dsp:nvSpPr>
      <dsp:spPr>
        <a:xfrm>
          <a:off x="3825543" y="1733686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CP Standalone</a:t>
          </a:r>
        </a:p>
      </dsp:txBody>
      <dsp:txXfrm>
        <a:off x="3825543" y="1733686"/>
        <a:ext cx="751313" cy="375656"/>
      </dsp:txXfrm>
    </dsp:sp>
    <dsp:sp modelId="{EEF5958D-735D-574C-996E-2A32583F8BE9}">
      <dsp:nvSpPr>
        <dsp:cNvPr id="0" name=""/>
        <dsp:cNvSpPr/>
      </dsp:nvSpPr>
      <dsp:spPr>
        <a:xfrm>
          <a:off x="4546804" y="666821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Test on board</a:t>
          </a:r>
        </a:p>
      </dsp:txBody>
      <dsp:txXfrm>
        <a:off x="4546804" y="666821"/>
        <a:ext cx="751313" cy="375656"/>
      </dsp:txXfrm>
    </dsp:sp>
    <dsp:sp modelId="{4361DBCB-60C2-1444-B9B2-88345890249D}">
      <dsp:nvSpPr>
        <dsp:cNvPr id="0" name=""/>
        <dsp:cNvSpPr/>
      </dsp:nvSpPr>
      <dsp:spPr>
        <a:xfrm>
          <a:off x="4734632" y="1200253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CP + supplied DP</a:t>
          </a:r>
        </a:p>
      </dsp:txBody>
      <dsp:txXfrm>
        <a:off x="4734632" y="1200253"/>
        <a:ext cx="751313" cy="375656"/>
      </dsp:txXfrm>
    </dsp:sp>
    <dsp:sp modelId="{6032FB42-17C7-764F-B9A8-FA98C27F49A4}">
      <dsp:nvSpPr>
        <dsp:cNvPr id="0" name=""/>
        <dsp:cNvSpPr/>
      </dsp:nvSpPr>
      <dsp:spPr>
        <a:xfrm>
          <a:off x="4734632" y="1733686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DP + supplied CP</a:t>
          </a:r>
        </a:p>
      </dsp:txBody>
      <dsp:txXfrm>
        <a:off x="4734632" y="1733686"/>
        <a:ext cx="751313" cy="375656"/>
      </dsp:txXfrm>
    </dsp:sp>
    <dsp:sp modelId="{E58212B4-4E67-E649-A7B1-C0303148CA60}">
      <dsp:nvSpPr>
        <dsp:cNvPr id="0" name=""/>
        <dsp:cNvSpPr/>
      </dsp:nvSpPr>
      <dsp:spPr>
        <a:xfrm>
          <a:off x="4734632" y="2267118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DP&amp;CP integration</a:t>
          </a:r>
        </a:p>
      </dsp:txBody>
      <dsp:txXfrm>
        <a:off x="4734632" y="2267118"/>
        <a:ext cx="751313" cy="375656"/>
      </dsp:txXfrm>
    </dsp:sp>
    <dsp:sp modelId="{48E716C3-CA10-F946-B8DA-A2501687EF69}">
      <dsp:nvSpPr>
        <dsp:cNvPr id="0" name=""/>
        <dsp:cNvSpPr/>
      </dsp:nvSpPr>
      <dsp:spPr>
        <a:xfrm>
          <a:off x="6552810" y="666821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Submission</a:t>
          </a:r>
        </a:p>
      </dsp:txBody>
      <dsp:txXfrm>
        <a:off x="6552810" y="666821"/>
        <a:ext cx="751313" cy="375656"/>
      </dsp:txXfrm>
    </dsp:sp>
    <dsp:sp modelId="{0CC80A8C-712D-C640-9F29-5A2863128F75}">
      <dsp:nvSpPr>
        <dsp:cNvPr id="0" name=""/>
        <dsp:cNvSpPr/>
      </dsp:nvSpPr>
      <dsp:spPr>
        <a:xfrm>
          <a:off x="5643721" y="1200253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FPGA Product</a:t>
          </a:r>
        </a:p>
      </dsp:txBody>
      <dsp:txXfrm>
        <a:off x="5643721" y="1200253"/>
        <a:ext cx="751313" cy="375656"/>
      </dsp:txXfrm>
    </dsp:sp>
    <dsp:sp modelId="{ED926AE0-203E-4D44-97A2-29D1886A881B}">
      <dsp:nvSpPr>
        <dsp:cNvPr id="0" name=""/>
        <dsp:cNvSpPr/>
      </dsp:nvSpPr>
      <dsp:spPr>
        <a:xfrm>
          <a:off x="6552810" y="1200253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Report</a:t>
          </a:r>
        </a:p>
      </dsp:txBody>
      <dsp:txXfrm>
        <a:off x="6552810" y="1200253"/>
        <a:ext cx="751313" cy="375656"/>
      </dsp:txXfrm>
    </dsp:sp>
    <dsp:sp modelId="{0083ED74-8E90-1E4F-B2BE-0F9C18FC1B1E}">
      <dsp:nvSpPr>
        <dsp:cNvPr id="0" name=""/>
        <dsp:cNvSpPr/>
      </dsp:nvSpPr>
      <dsp:spPr>
        <a:xfrm>
          <a:off x="6740638" y="1733686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Outline</a:t>
          </a:r>
        </a:p>
      </dsp:txBody>
      <dsp:txXfrm>
        <a:off x="6740638" y="1733686"/>
        <a:ext cx="751313" cy="375656"/>
      </dsp:txXfrm>
    </dsp:sp>
    <dsp:sp modelId="{BC4C35E6-AC8E-BD4C-AD91-BB97DFEDED24}">
      <dsp:nvSpPr>
        <dsp:cNvPr id="0" name=""/>
        <dsp:cNvSpPr/>
      </dsp:nvSpPr>
      <dsp:spPr>
        <a:xfrm>
          <a:off x="6740638" y="2267118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Figures</a:t>
          </a:r>
        </a:p>
      </dsp:txBody>
      <dsp:txXfrm>
        <a:off x="6740638" y="2267118"/>
        <a:ext cx="751313" cy="375656"/>
      </dsp:txXfrm>
    </dsp:sp>
    <dsp:sp modelId="{80F6B75D-4DCB-0145-8455-3FBA453D240A}">
      <dsp:nvSpPr>
        <dsp:cNvPr id="0" name=""/>
        <dsp:cNvSpPr/>
      </dsp:nvSpPr>
      <dsp:spPr>
        <a:xfrm>
          <a:off x="7461899" y="1200253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Video</a:t>
          </a:r>
        </a:p>
      </dsp:txBody>
      <dsp:txXfrm>
        <a:off x="7461899" y="1200253"/>
        <a:ext cx="751313" cy="375656"/>
      </dsp:txXfrm>
    </dsp:sp>
    <dsp:sp modelId="{E02B665F-B298-5C4A-8EF6-140CCDEA834F}">
      <dsp:nvSpPr>
        <dsp:cNvPr id="0" name=""/>
        <dsp:cNvSpPr/>
      </dsp:nvSpPr>
      <dsp:spPr>
        <a:xfrm>
          <a:off x="7649727" y="1733686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Slides</a:t>
          </a:r>
        </a:p>
      </dsp:txBody>
      <dsp:txXfrm>
        <a:off x="7649727" y="1733686"/>
        <a:ext cx="751313" cy="375656"/>
      </dsp:txXfrm>
    </dsp:sp>
    <dsp:sp modelId="{32D7F370-35A0-E748-A335-5CC093B6DC50}">
      <dsp:nvSpPr>
        <dsp:cNvPr id="0" name=""/>
        <dsp:cNvSpPr/>
      </dsp:nvSpPr>
      <dsp:spPr>
        <a:xfrm>
          <a:off x="7649727" y="2267118"/>
          <a:ext cx="751313" cy="375656"/>
        </a:xfrm>
        <a:prstGeom prst="rect">
          <a:avLst/>
        </a:prstGeom>
        <a:solidFill>
          <a:srgbClr val="0E5DA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" tIns="5080" rIns="5080" bIns="50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800" kern="12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rPr>
            <a:t>Script</a:t>
          </a:r>
        </a:p>
      </dsp:txBody>
      <dsp:txXfrm>
        <a:off x="7649727" y="2267118"/>
        <a:ext cx="751313" cy="3756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D965D1-09F0-4F3B-8A24-D1993AC9C617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CC2F7-CEBA-4292-8D5B-B5693DC785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2375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White and Colou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C8C1A-1BF5-4B59-AC3C-73632A8AD88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0800" y="1598400"/>
            <a:ext cx="5259600" cy="1101600"/>
          </a:xfrm>
        </p:spPr>
        <p:txBody>
          <a:bodyPr anchor="b"/>
          <a:lstStyle>
            <a:lvl1pPr algn="l">
              <a:defRPr sz="2700" cap="all" baseline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SLIDE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19FAE3-5BF7-4965-9A39-4DF10150B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0800" y="2701528"/>
            <a:ext cx="5259600" cy="1314000"/>
          </a:xfrm>
        </p:spPr>
        <p:txBody>
          <a:bodyPr>
            <a:normAutofit/>
          </a:bodyPr>
          <a:lstStyle>
            <a:lvl1pPr marL="0" indent="0" algn="l">
              <a:buNone/>
              <a:defRPr sz="2000" baseline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72EC3-CD0E-4DAF-AFA9-AA5AC3F2F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D1666282-696E-4BC8-B8B0-F336AA0FA017}" type="datetime1">
              <a:rPr lang="en-GB" smtClean="0"/>
              <a:pPr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B6EE9-35CE-4EDE-8C2A-8C22D6E56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3E84B-B0A3-4B16-A256-83DF69693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7DE1CF8-1877-4310-8670-A269E8016CA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2744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B2333-4531-4F49-98C7-71CE6B119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00" y="273844"/>
            <a:ext cx="8402400" cy="994172"/>
          </a:xfrm>
        </p:spPr>
        <p:txBody>
          <a:bodyPr/>
          <a:lstStyle>
            <a:lvl1pPr>
              <a:defRPr sz="2700" cap="none" baseline="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BEE29-071E-4ED4-B0D5-046429DF4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800" y="1369219"/>
            <a:ext cx="8402400" cy="28884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DB9016-1CC6-48C9-96F5-24F342CEC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97AD8-1FCE-4D4C-86B9-3F1377F62059}" type="datetime1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222F4-7BC9-4ABB-8BD9-5765E7594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15800" y="4361092"/>
            <a:ext cx="2057400" cy="273844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5B4C82-F699-4384-99AC-56B3E6E80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8939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White an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AEC0E44-31DD-4789-86DE-B6E31155F116}"/>
              </a:ext>
            </a:extLst>
          </p:cNvPr>
          <p:cNvSpPr/>
          <p:nvPr userDrawn="1"/>
        </p:nvSpPr>
        <p:spPr>
          <a:xfrm>
            <a:off x="5708650" y="-3175"/>
            <a:ext cx="3435350" cy="5146675"/>
          </a:xfrm>
          <a:custGeom>
            <a:avLst/>
            <a:gdLst>
              <a:gd name="connsiteX0" fmla="*/ 0 w 3435350"/>
              <a:gd name="connsiteY0" fmla="*/ 0 h 5143500"/>
              <a:gd name="connsiteX1" fmla="*/ 3435350 w 3435350"/>
              <a:gd name="connsiteY1" fmla="*/ 0 h 5143500"/>
              <a:gd name="connsiteX2" fmla="*/ 3435350 w 3435350"/>
              <a:gd name="connsiteY2" fmla="*/ 5143500 h 5143500"/>
              <a:gd name="connsiteX3" fmla="*/ 0 w 3435350"/>
              <a:gd name="connsiteY3" fmla="*/ 5143500 h 5143500"/>
              <a:gd name="connsiteX4" fmla="*/ 0 w 3435350"/>
              <a:gd name="connsiteY4" fmla="*/ 0 h 5143500"/>
              <a:gd name="connsiteX0" fmla="*/ 1476375 w 3435350"/>
              <a:gd name="connsiteY0" fmla="*/ 0 h 5248275"/>
              <a:gd name="connsiteX1" fmla="*/ 3435350 w 3435350"/>
              <a:gd name="connsiteY1" fmla="*/ 104775 h 5248275"/>
              <a:gd name="connsiteX2" fmla="*/ 3435350 w 3435350"/>
              <a:gd name="connsiteY2" fmla="*/ 5248275 h 5248275"/>
              <a:gd name="connsiteX3" fmla="*/ 0 w 3435350"/>
              <a:gd name="connsiteY3" fmla="*/ 5248275 h 5248275"/>
              <a:gd name="connsiteX4" fmla="*/ 1476375 w 3435350"/>
              <a:gd name="connsiteY4" fmla="*/ 0 h 5248275"/>
              <a:gd name="connsiteX0" fmla="*/ 1190625 w 3435350"/>
              <a:gd name="connsiteY0" fmla="*/ 0 h 5162550"/>
              <a:gd name="connsiteX1" fmla="*/ 3435350 w 3435350"/>
              <a:gd name="connsiteY1" fmla="*/ 19050 h 5162550"/>
              <a:gd name="connsiteX2" fmla="*/ 3435350 w 3435350"/>
              <a:gd name="connsiteY2" fmla="*/ 5162550 h 5162550"/>
              <a:gd name="connsiteX3" fmla="*/ 0 w 3435350"/>
              <a:gd name="connsiteY3" fmla="*/ 5162550 h 5162550"/>
              <a:gd name="connsiteX4" fmla="*/ 1190625 w 3435350"/>
              <a:gd name="connsiteY4" fmla="*/ 0 h 5162550"/>
              <a:gd name="connsiteX0" fmla="*/ 1193800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3800 w 3435350"/>
              <a:gd name="connsiteY4" fmla="*/ 0 h 5146675"/>
              <a:gd name="connsiteX0" fmla="*/ 1219200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219200 w 3435350"/>
              <a:gd name="connsiteY4" fmla="*/ 0 h 5146675"/>
              <a:gd name="connsiteX0" fmla="*/ 1190625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0625 w 3435350"/>
              <a:gd name="connsiteY4" fmla="*/ 0 h 5146675"/>
              <a:gd name="connsiteX0" fmla="*/ 1190625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0625 w 3435350"/>
              <a:gd name="connsiteY4" fmla="*/ 0 h 514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35350" h="5146675">
                <a:moveTo>
                  <a:pt x="1190625" y="0"/>
                </a:moveTo>
                <a:lnTo>
                  <a:pt x="3435350" y="3175"/>
                </a:lnTo>
                <a:lnTo>
                  <a:pt x="3435350" y="5146675"/>
                </a:lnTo>
                <a:lnTo>
                  <a:pt x="0" y="5146675"/>
                </a:lnTo>
                <a:lnTo>
                  <a:pt x="1190625" y="0"/>
                </a:lnTo>
                <a:close/>
              </a:path>
            </a:pathLst>
          </a:custGeom>
          <a:blipFill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3C8C1A-1BF5-4B59-AC3C-73632A8AD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0800" y="1598400"/>
            <a:ext cx="5259600" cy="1101600"/>
          </a:xfrm>
        </p:spPr>
        <p:txBody>
          <a:bodyPr anchor="b"/>
          <a:lstStyle>
            <a:lvl1pPr algn="l">
              <a:defRPr sz="2700" cap="all" baseline="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19FAE3-5BF7-4965-9A39-4DF10150B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0800" y="2701528"/>
            <a:ext cx="5259600" cy="13140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72EC3-CD0E-4DAF-AFA9-AA5AC3F2F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D62B8-D7ED-4B07-9A04-1E3FEAB2A48C}" type="datetime1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B6EE9-35CE-4EDE-8C2A-8C22D6E56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3E84B-B0A3-4B16-A256-83DF69693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5264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White (Insert Image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C8C1A-1BF5-4B59-AC3C-73632A8AD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0800" y="1598400"/>
            <a:ext cx="5259600" cy="1101600"/>
          </a:xfrm>
        </p:spPr>
        <p:txBody>
          <a:bodyPr anchor="b"/>
          <a:lstStyle>
            <a:lvl1pPr algn="l">
              <a:defRPr sz="2700" cap="all" baseline="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19FAE3-5BF7-4965-9A39-4DF10150B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0800" y="2701528"/>
            <a:ext cx="5259600" cy="13140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72EC3-CD0E-4DAF-AFA9-AA5AC3F2F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66282-696E-4BC8-B8B0-F336AA0FA017}" type="datetime1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B6EE9-35CE-4EDE-8C2A-8C22D6E56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3E84B-B0A3-4B16-A256-83DF69693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07491796-214B-45DE-99F8-B1AF36C957C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82354" y="0"/>
            <a:ext cx="3461646" cy="5143858"/>
          </a:xfrm>
          <a:custGeom>
            <a:avLst/>
            <a:gdLst>
              <a:gd name="connsiteX0" fmla="*/ 0 w 3900487"/>
              <a:gd name="connsiteY0" fmla="*/ 5143500 h 5143500"/>
              <a:gd name="connsiteX1" fmla="*/ 975122 w 3900487"/>
              <a:gd name="connsiteY1" fmla="*/ 0 h 5143500"/>
              <a:gd name="connsiteX2" fmla="*/ 3900487 w 3900487"/>
              <a:gd name="connsiteY2" fmla="*/ 0 h 5143500"/>
              <a:gd name="connsiteX3" fmla="*/ 2925365 w 3900487"/>
              <a:gd name="connsiteY3" fmla="*/ 5143500 h 5143500"/>
              <a:gd name="connsiteX4" fmla="*/ 0 w 3900487"/>
              <a:gd name="connsiteY4" fmla="*/ 5143500 h 5143500"/>
              <a:gd name="connsiteX0" fmla="*/ 0 w 3900487"/>
              <a:gd name="connsiteY0" fmla="*/ 5143500 h 5149287"/>
              <a:gd name="connsiteX1" fmla="*/ 975122 w 3900487"/>
              <a:gd name="connsiteY1" fmla="*/ 0 h 5149287"/>
              <a:gd name="connsiteX2" fmla="*/ 3900487 w 3900487"/>
              <a:gd name="connsiteY2" fmla="*/ 0 h 5149287"/>
              <a:gd name="connsiteX3" fmla="*/ 3897639 w 3900487"/>
              <a:gd name="connsiteY3" fmla="*/ 5149287 h 5149287"/>
              <a:gd name="connsiteX4" fmla="*/ 0 w 3900487"/>
              <a:gd name="connsiteY4" fmla="*/ 5143500 h 5149287"/>
              <a:gd name="connsiteX0" fmla="*/ 0 w 3900487"/>
              <a:gd name="connsiteY0" fmla="*/ 5143500 h 5149287"/>
              <a:gd name="connsiteX1" fmla="*/ 1652241 w 3900487"/>
              <a:gd name="connsiteY1" fmla="*/ 11575 h 5149287"/>
              <a:gd name="connsiteX2" fmla="*/ 3900487 w 3900487"/>
              <a:gd name="connsiteY2" fmla="*/ 0 h 5149287"/>
              <a:gd name="connsiteX3" fmla="*/ 3897639 w 3900487"/>
              <a:gd name="connsiteY3" fmla="*/ 5149287 h 5149287"/>
              <a:gd name="connsiteX4" fmla="*/ 0 w 3900487"/>
              <a:gd name="connsiteY4" fmla="*/ 5143500 h 5149287"/>
              <a:gd name="connsiteX0" fmla="*/ 0 w 3425925"/>
              <a:gd name="connsiteY0" fmla="*/ 5143500 h 5149287"/>
              <a:gd name="connsiteX1" fmla="*/ 1177679 w 3425925"/>
              <a:gd name="connsiteY1" fmla="*/ 11575 h 5149287"/>
              <a:gd name="connsiteX2" fmla="*/ 3425925 w 3425925"/>
              <a:gd name="connsiteY2" fmla="*/ 0 h 5149287"/>
              <a:gd name="connsiteX3" fmla="*/ 3423077 w 3425925"/>
              <a:gd name="connsiteY3" fmla="*/ 5149287 h 5149287"/>
              <a:gd name="connsiteX4" fmla="*/ 0 w 3425925"/>
              <a:gd name="connsiteY4" fmla="*/ 5143500 h 5149287"/>
              <a:gd name="connsiteX0" fmla="*/ 0 w 3425925"/>
              <a:gd name="connsiteY0" fmla="*/ 5143500 h 5149287"/>
              <a:gd name="connsiteX1" fmla="*/ 1183466 w 3425925"/>
              <a:gd name="connsiteY1" fmla="*/ 1 h 5149287"/>
              <a:gd name="connsiteX2" fmla="*/ 3425925 w 3425925"/>
              <a:gd name="connsiteY2" fmla="*/ 0 h 5149287"/>
              <a:gd name="connsiteX3" fmla="*/ 3423077 w 3425925"/>
              <a:gd name="connsiteY3" fmla="*/ 5149287 h 5149287"/>
              <a:gd name="connsiteX4" fmla="*/ 0 w 3425925"/>
              <a:gd name="connsiteY4" fmla="*/ 5143500 h 5149287"/>
              <a:gd name="connsiteX0" fmla="*/ 0 w 3460649"/>
              <a:gd name="connsiteY0" fmla="*/ 5143500 h 5149287"/>
              <a:gd name="connsiteX1" fmla="*/ 1183466 w 3460649"/>
              <a:gd name="connsiteY1" fmla="*/ 1 h 5149287"/>
              <a:gd name="connsiteX2" fmla="*/ 3460649 w 3460649"/>
              <a:gd name="connsiteY2" fmla="*/ 0 h 5149287"/>
              <a:gd name="connsiteX3" fmla="*/ 3423077 w 3460649"/>
              <a:gd name="connsiteY3" fmla="*/ 5149287 h 5149287"/>
              <a:gd name="connsiteX4" fmla="*/ 0 w 3460649"/>
              <a:gd name="connsiteY4" fmla="*/ 5143500 h 5149287"/>
              <a:gd name="connsiteX0" fmla="*/ 0 w 3469436"/>
              <a:gd name="connsiteY0" fmla="*/ 5143500 h 5155075"/>
              <a:gd name="connsiteX1" fmla="*/ 1183466 w 3469436"/>
              <a:gd name="connsiteY1" fmla="*/ 1 h 5155075"/>
              <a:gd name="connsiteX2" fmla="*/ 3460649 w 3469436"/>
              <a:gd name="connsiteY2" fmla="*/ 0 h 5155075"/>
              <a:gd name="connsiteX3" fmla="*/ 3469376 w 3469436"/>
              <a:gd name="connsiteY3" fmla="*/ 5155075 h 5155075"/>
              <a:gd name="connsiteX4" fmla="*/ 0 w 3469436"/>
              <a:gd name="connsiteY4" fmla="*/ 5143500 h 5155075"/>
              <a:gd name="connsiteX0" fmla="*/ 0 w 3469436"/>
              <a:gd name="connsiteY0" fmla="*/ 5155434 h 5155434"/>
              <a:gd name="connsiteX1" fmla="*/ 1183466 w 3469436"/>
              <a:gd name="connsiteY1" fmla="*/ 1 h 5155434"/>
              <a:gd name="connsiteX2" fmla="*/ 3460649 w 3469436"/>
              <a:gd name="connsiteY2" fmla="*/ 0 h 5155434"/>
              <a:gd name="connsiteX3" fmla="*/ 3469376 w 3469436"/>
              <a:gd name="connsiteY3" fmla="*/ 5155075 h 5155434"/>
              <a:gd name="connsiteX4" fmla="*/ 0 w 3469436"/>
              <a:gd name="connsiteY4" fmla="*/ 5155434 h 515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69436" h="5155434">
                <a:moveTo>
                  <a:pt x="0" y="5155434"/>
                </a:moveTo>
                <a:lnTo>
                  <a:pt x="1183466" y="1"/>
                </a:lnTo>
                <a:lnTo>
                  <a:pt x="3460649" y="0"/>
                </a:lnTo>
                <a:cubicBezTo>
                  <a:pt x="3459700" y="1716429"/>
                  <a:pt x="3470325" y="3438646"/>
                  <a:pt x="3469376" y="5155075"/>
                </a:cubicBezTo>
                <a:lnTo>
                  <a:pt x="0" y="5155434"/>
                </a:lnTo>
                <a:close/>
              </a:path>
            </a:pathLst>
          </a:custGeom>
          <a:noFill/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589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Colour an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>
            <a:extLst>
              <a:ext uri="{FF2B5EF4-FFF2-40B4-BE49-F238E27FC236}">
                <a16:creationId xmlns:a16="http://schemas.microsoft.com/office/drawing/2014/main" id="{A903D7F4-2AD2-4C9C-9330-C03E0E70D3F1}"/>
              </a:ext>
            </a:extLst>
          </p:cNvPr>
          <p:cNvSpPr/>
          <p:nvPr userDrawn="1"/>
        </p:nvSpPr>
        <p:spPr>
          <a:xfrm>
            <a:off x="5708650" y="-3175"/>
            <a:ext cx="3435350" cy="5146675"/>
          </a:xfrm>
          <a:custGeom>
            <a:avLst/>
            <a:gdLst>
              <a:gd name="connsiteX0" fmla="*/ 0 w 3435350"/>
              <a:gd name="connsiteY0" fmla="*/ 0 h 5143500"/>
              <a:gd name="connsiteX1" fmla="*/ 3435350 w 3435350"/>
              <a:gd name="connsiteY1" fmla="*/ 0 h 5143500"/>
              <a:gd name="connsiteX2" fmla="*/ 3435350 w 3435350"/>
              <a:gd name="connsiteY2" fmla="*/ 5143500 h 5143500"/>
              <a:gd name="connsiteX3" fmla="*/ 0 w 3435350"/>
              <a:gd name="connsiteY3" fmla="*/ 5143500 h 5143500"/>
              <a:gd name="connsiteX4" fmla="*/ 0 w 3435350"/>
              <a:gd name="connsiteY4" fmla="*/ 0 h 5143500"/>
              <a:gd name="connsiteX0" fmla="*/ 1476375 w 3435350"/>
              <a:gd name="connsiteY0" fmla="*/ 0 h 5248275"/>
              <a:gd name="connsiteX1" fmla="*/ 3435350 w 3435350"/>
              <a:gd name="connsiteY1" fmla="*/ 104775 h 5248275"/>
              <a:gd name="connsiteX2" fmla="*/ 3435350 w 3435350"/>
              <a:gd name="connsiteY2" fmla="*/ 5248275 h 5248275"/>
              <a:gd name="connsiteX3" fmla="*/ 0 w 3435350"/>
              <a:gd name="connsiteY3" fmla="*/ 5248275 h 5248275"/>
              <a:gd name="connsiteX4" fmla="*/ 1476375 w 3435350"/>
              <a:gd name="connsiteY4" fmla="*/ 0 h 5248275"/>
              <a:gd name="connsiteX0" fmla="*/ 1190625 w 3435350"/>
              <a:gd name="connsiteY0" fmla="*/ 0 h 5162550"/>
              <a:gd name="connsiteX1" fmla="*/ 3435350 w 3435350"/>
              <a:gd name="connsiteY1" fmla="*/ 19050 h 5162550"/>
              <a:gd name="connsiteX2" fmla="*/ 3435350 w 3435350"/>
              <a:gd name="connsiteY2" fmla="*/ 5162550 h 5162550"/>
              <a:gd name="connsiteX3" fmla="*/ 0 w 3435350"/>
              <a:gd name="connsiteY3" fmla="*/ 5162550 h 5162550"/>
              <a:gd name="connsiteX4" fmla="*/ 1190625 w 3435350"/>
              <a:gd name="connsiteY4" fmla="*/ 0 h 5162550"/>
              <a:gd name="connsiteX0" fmla="*/ 1193800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3800 w 3435350"/>
              <a:gd name="connsiteY4" fmla="*/ 0 h 5146675"/>
              <a:gd name="connsiteX0" fmla="*/ 1219200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219200 w 3435350"/>
              <a:gd name="connsiteY4" fmla="*/ 0 h 5146675"/>
              <a:gd name="connsiteX0" fmla="*/ 1190625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0625 w 3435350"/>
              <a:gd name="connsiteY4" fmla="*/ 0 h 5146675"/>
              <a:gd name="connsiteX0" fmla="*/ 1190625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0625 w 3435350"/>
              <a:gd name="connsiteY4" fmla="*/ 0 h 514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35350" h="5146675">
                <a:moveTo>
                  <a:pt x="1190625" y="0"/>
                </a:moveTo>
                <a:lnTo>
                  <a:pt x="3435350" y="3175"/>
                </a:lnTo>
                <a:lnTo>
                  <a:pt x="3435350" y="5146675"/>
                </a:lnTo>
                <a:lnTo>
                  <a:pt x="0" y="5146675"/>
                </a:lnTo>
                <a:lnTo>
                  <a:pt x="1190625" y="0"/>
                </a:lnTo>
                <a:close/>
              </a:path>
            </a:pathLst>
          </a:custGeom>
          <a:blipFill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3C8C1A-1BF5-4B59-AC3C-73632A8AD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0800" y="1598400"/>
            <a:ext cx="5259600" cy="1101600"/>
          </a:xfrm>
        </p:spPr>
        <p:txBody>
          <a:bodyPr anchor="b"/>
          <a:lstStyle>
            <a:lvl1pPr algn="l">
              <a:defRPr sz="2700" cap="all" baseline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19FAE3-5BF7-4965-9A39-4DF10150B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0800" y="2701528"/>
            <a:ext cx="5259600" cy="1314000"/>
          </a:xfrm>
        </p:spPr>
        <p:txBody>
          <a:bodyPr>
            <a:normAutofit/>
          </a:bodyPr>
          <a:lstStyle>
            <a:lvl1pPr marL="0" indent="0" algn="l">
              <a:buNone/>
              <a:defRPr sz="2000" baseline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72EC3-CD0E-4DAF-AFA9-AA5AC3F2F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3E2C485A-CFD1-4426-A587-FCC12D6AD237}" type="datetime1">
              <a:rPr lang="en-GB" smtClean="0"/>
              <a:pPr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B6EE9-35CE-4EDE-8C2A-8C22D6E56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3E84B-B0A3-4B16-A256-83DF69693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7DE1CF8-1877-4310-8670-A269E8016CA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2160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Colour (Insert Image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C8C1A-1BF5-4B59-AC3C-73632A8AD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0800" y="1598400"/>
            <a:ext cx="5259600" cy="1101600"/>
          </a:xfrm>
        </p:spPr>
        <p:txBody>
          <a:bodyPr anchor="b"/>
          <a:lstStyle>
            <a:lvl1pPr algn="l">
              <a:defRPr sz="2700" cap="all" baseline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19FAE3-5BF7-4965-9A39-4DF10150B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0800" y="2701528"/>
            <a:ext cx="5259600" cy="1314000"/>
          </a:xfrm>
        </p:spPr>
        <p:txBody>
          <a:bodyPr>
            <a:normAutofit/>
          </a:bodyPr>
          <a:lstStyle>
            <a:lvl1pPr marL="0" indent="0" algn="l">
              <a:buNone/>
              <a:defRPr sz="2000" baseline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72EC3-CD0E-4DAF-AFA9-AA5AC3F2F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D904E3C7-3434-41F6-8009-C52959A159FA}" type="datetime1">
              <a:rPr lang="en-GB" smtClean="0"/>
              <a:pPr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B6EE9-35CE-4EDE-8C2A-8C22D6E56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3E84B-B0A3-4B16-A256-83DF69693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7DE1CF8-1877-4310-8670-A269E8016CA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558EBCF5-E0AC-439B-A35D-E3E76706493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82354" y="0"/>
            <a:ext cx="3461646" cy="5143858"/>
          </a:xfrm>
          <a:custGeom>
            <a:avLst/>
            <a:gdLst>
              <a:gd name="connsiteX0" fmla="*/ 0 w 3900487"/>
              <a:gd name="connsiteY0" fmla="*/ 5143500 h 5143500"/>
              <a:gd name="connsiteX1" fmla="*/ 975122 w 3900487"/>
              <a:gd name="connsiteY1" fmla="*/ 0 h 5143500"/>
              <a:gd name="connsiteX2" fmla="*/ 3900487 w 3900487"/>
              <a:gd name="connsiteY2" fmla="*/ 0 h 5143500"/>
              <a:gd name="connsiteX3" fmla="*/ 2925365 w 3900487"/>
              <a:gd name="connsiteY3" fmla="*/ 5143500 h 5143500"/>
              <a:gd name="connsiteX4" fmla="*/ 0 w 3900487"/>
              <a:gd name="connsiteY4" fmla="*/ 5143500 h 5143500"/>
              <a:gd name="connsiteX0" fmla="*/ 0 w 3900487"/>
              <a:gd name="connsiteY0" fmla="*/ 5143500 h 5149287"/>
              <a:gd name="connsiteX1" fmla="*/ 975122 w 3900487"/>
              <a:gd name="connsiteY1" fmla="*/ 0 h 5149287"/>
              <a:gd name="connsiteX2" fmla="*/ 3900487 w 3900487"/>
              <a:gd name="connsiteY2" fmla="*/ 0 h 5149287"/>
              <a:gd name="connsiteX3" fmla="*/ 3897639 w 3900487"/>
              <a:gd name="connsiteY3" fmla="*/ 5149287 h 5149287"/>
              <a:gd name="connsiteX4" fmla="*/ 0 w 3900487"/>
              <a:gd name="connsiteY4" fmla="*/ 5143500 h 5149287"/>
              <a:gd name="connsiteX0" fmla="*/ 0 w 3900487"/>
              <a:gd name="connsiteY0" fmla="*/ 5143500 h 5149287"/>
              <a:gd name="connsiteX1" fmla="*/ 1652241 w 3900487"/>
              <a:gd name="connsiteY1" fmla="*/ 11575 h 5149287"/>
              <a:gd name="connsiteX2" fmla="*/ 3900487 w 3900487"/>
              <a:gd name="connsiteY2" fmla="*/ 0 h 5149287"/>
              <a:gd name="connsiteX3" fmla="*/ 3897639 w 3900487"/>
              <a:gd name="connsiteY3" fmla="*/ 5149287 h 5149287"/>
              <a:gd name="connsiteX4" fmla="*/ 0 w 3900487"/>
              <a:gd name="connsiteY4" fmla="*/ 5143500 h 5149287"/>
              <a:gd name="connsiteX0" fmla="*/ 0 w 3425925"/>
              <a:gd name="connsiteY0" fmla="*/ 5143500 h 5149287"/>
              <a:gd name="connsiteX1" fmla="*/ 1177679 w 3425925"/>
              <a:gd name="connsiteY1" fmla="*/ 11575 h 5149287"/>
              <a:gd name="connsiteX2" fmla="*/ 3425925 w 3425925"/>
              <a:gd name="connsiteY2" fmla="*/ 0 h 5149287"/>
              <a:gd name="connsiteX3" fmla="*/ 3423077 w 3425925"/>
              <a:gd name="connsiteY3" fmla="*/ 5149287 h 5149287"/>
              <a:gd name="connsiteX4" fmla="*/ 0 w 3425925"/>
              <a:gd name="connsiteY4" fmla="*/ 5143500 h 5149287"/>
              <a:gd name="connsiteX0" fmla="*/ 0 w 3425925"/>
              <a:gd name="connsiteY0" fmla="*/ 5143500 h 5149287"/>
              <a:gd name="connsiteX1" fmla="*/ 1183466 w 3425925"/>
              <a:gd name="connsiteY1" fmla="*/ 1 h 5149287"/>
              <a:gd name="connsiteX2" fmla="*/ 3425925 w 3425925"/>
              <a:gd name="connsiteY2" fmla="*/ 0 h 5149287"/>
              <a:gd name="connsiteX3" fmla="*/ 3423077 w 3425925"/>
              <a:gd name="connsiteY3" fmla="*/ 5149287 h 5149287"/>
              <a:gd name="connsiteX4" fmla="*/ 0 w 3425925"/>
              <a:gd name="connsiteY4" fmla="*/ 5143500 h 5149287"/>
              <a:gd name="connsiteX0" fmla="*/ 0 w 3460649"/>
              <a:gd name="connsiteY0" fmla="*/ 5143500 h 5149287"/>
              <a:gd name="connsiteX1" fmla="*/ 1183466 w 3460649"/>
              <a:gd name="connsiteY1" fmla="*/ 1 h 5149287"/>
              <a:gd name="connsiteX2" fmla="*/ 3460649 w 3460649"/>
              <a:gd name="connsiteY2" fmla="*/ 0 h 5149287"/>
              <a:gd name="connsiteX3" fmla="*/ 3423077 w 3460649"/>
              <a:gd name="connsiteY3" fmla="*/ 5149287 h 5149287"/>
              <a:gd name="connsiteX4" fmla="*/ 0 w 3460649"/>
              <a:gd name="connsiteY4" fmla="*/ 5143500 h 5149287"/>
              <a:gd name="connsiteX0" fmla="*/ 0 w 3469436"/>
              <a:gd name="connsiteY0" fmla="*/ 5143500 h 5155075"/>
              <a:gd name="connsiteX1" fmla="*/ 1183466 w 3469436"/>
              <a:gd name="connsiteY1" fmla="*/ 1 h 5155075"/>
              <a:gd name="connsiteX2" fmla="*/ 3460649 w 3469436"/>
              <a:gd name="connsiteY2" fmla="*/ 0 h 5155075"/>
              <a:gd name="connsiteX3" fmla="*/ 3469376 w 3469436"/>
              <a:gd name="connsiteY3" fmla="*/ 5155075 h 5155075"/>
              <a:gd name="connsiteX4" fmla="*/ 0 w 3469436"/>
              <a:gd name="connsiteY4" fmla="*/ 5143500 h 5155075"/>
              <a:gd name="connsiteX0" fmla="*/ 0 w 3469436"/>
              <a:gd name="connsiteY0" fmla="*/ 5155434 h 5155434"/>
              <a:gd name="connsiteX1" fmla="*/ 1183466 w 3469436"/>
              <a:gd name="connsiteY1" fmla="*/ 1 h 5155434"/>
              <a:gd name="connsiteX2" fmla="*/ 3460649 w 3469436"/>
              <a:gd name="connsiteY2" fmla="*/ 0 h 5155434"/>
              <a:gd name="connsiteX3" fmla="*/ 3469376 w 3469436"/>
              <a:gd name="connsiteY3" fmla="*/ 5155075 h 5155434"/>
              <a:gd name="connsiteX4" fmla="*/ 0 w 3469436"/>
              <a:gd name="connsiteY4" fmla="*/ 5155434 h 515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69436" h="5155434">
                <a:moveTo>
                  <a:pt x="0" y="5155434"/>
                </a:moveTo>
                <a:lnTo>
                  <a:pt x="1183466" y="1"/>
                </a:lnTo>
                <a:lnTo>
                  <a:pt x="3460649" y="0"/>
                </a:lnTo>
                <a:cubicBezTo>
                  <a:pt x="3459700" y="1716429"/>
                  <a:pt x="3470325" y="3438646"/>
                  <a:pt x="3469376" y="5155075"/>
                </a:cubicBezTo>
                <a:lnTo>
                  <a:pt x="0" y="5155434"/>
                </a:lnTo>
                <a:close/>
              </a:path>
            </a:pathLst>
          </a:custGeom>
          <a:noFill/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066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B2333-4531-4F49-98C7-71CE6B119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00" y="680400"/>
            <a:ext cx="5259600" cy="1101600"/>
          </a:xfrm>
        </p:spPr>
        <p:txBody>
          <a:bodyPr/>
          <a:lstStyle>
            <a:lvl1pPr>
              <a:defRPr sz="2700" cap="none" baseline="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BEE29-071E-4ED4-B0D5-046429DF4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800" y="1825200"/>
            <a:ext cx="5259600" cy="2502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DB9016-1CC6-48C9-96F5-24F342CEC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96329-32E5-45D1-A44F-3528B41BEAB5}" type="datetime1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222F4-7BC9-4ABB-8BD9-5765E7594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5B4C82-F699-4384-99AC-56B3E6E80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F8083C25-9322-4123-BA6A-1F002C5AC1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82354" y="0"/>
            <a:ext cx="3461646" cy="5143500"/>
          </a:xfrm>
          <a:custGeom>
            <a:avLst/>
            <a:gdLst>
              <a:gd name="connsiteX0" fmla="*/ 0 w 3900487"/>
              <a:gd name="connsiteY0" fmla="*/ 5143500 h 5143500"/>
              <a:gd name="connsiteX1" fmla="*/ 975122 w 3900487"/>
              <a:gd name="connsiteY1" fmla="*/ 0 h 5143500"/>
              <a:gd name="connsiteX2" fmla="*/ 3900487 w 3900487"/>
              <a:gd name="connsiteY2" fmla="*/ 0 h 5143500"/>
              <a:gd name="connsiteX3" fmla="*/ 2925365 w 3900487"/>
              <a:gd name="connsiteY3" fmla="*/ 5143500 h 5143500"/>
              <a:gd name="connsiteX4" fmla="*/ 0 w 3900487"/>
              <a:gd name="connsiteY4" fmla="*/ 5143500 h 5143500"/>
              <a:gd name="connsiteX0" fmla="*/ 0 w 3900487"/>
              <a:gd name="connsiteY0" fmla="*/ 5143500 h 5149287"/>
              <a:gd name="connsiteX1" fmla="*/ 975122 w 3900487"/>
              <a:gd name="connsiteY1" fmla="*/ 0 h 5149287"/>
              <a:gd name="connsiteX2" fmla="*/ 3900487 w 3900487"/>
              <a:gd name="connsiteY2" fmla="*/ 0 h 5149287"/>
              <a:gd name="connsiteX3" fmla="*/ 3897639 w 3900487"/>
              <a:gd name="connsiteY3" fmla="*/ 5149287 h 5149287"/>
              <a:gd name="connsiteX4" fmla="*/ 0 w 3900487"/>
              <a:gd name="connsiteY4" fmla="*/ 5143500 h 5149287"/>
              <a:gd name="connsiteX0" fmla="*/ 0 w 3900487"/>
              <a:gd name="connsiteY0" fmla="*/ 5143500 h 5149287"/>
              <a:gd name="connsiteX1" fmla="*/ 1652241 w 3900487"/>
              <a:gd name="connsiteY1" fmla="*/ 11575 h 5149287"/>
              <a:gd name="connsiteX2" fmla="*/ 3900487 w 3900487"/>
              <a:gd name="connsiteY2" fmla="*/ 0 h 5149287"/>
              <a:gd name="connsiteX3" fmla="*/ 3897639 w 3900487"/>
              <a:gd name="connsiteY3" fmla="*/ 5149287 h 5149287"/>
              <a:gd name="connsiteX4" fmla="*/ 0 w 3900487"/>
              <a:gd name="connsiteY4" fmla="*/ 5143500 h 5149287"/>
              <a:gd name="connsiteX0" fmla="*/ 0 w 3425925"/>
              <a:gd name="connsiteY0" fmla="*/ 5143500 h 5149287"/>
              <a:gd name="connsiteX1" fmla="*/ 1177679 w 3425925"/>
              <a:gd name="connsiteY1" fmla="*/ 11575 h 5149287"/>
              <a:gd name="connsiteX2" fmla="*/ 3425925 w 3425925"/>
              <a:gd name="connsiteY2" fmla="*/ 0 h 5149287"/>
              <a:gd name="connsiteX3" fmla="*/ 3423077 w 3425925"/>
              <a:gd name="connsiteY3" fmla="*/ 5149287 h 5149287"/>
              <a:gd name="connsiteX4" fmla="*/ 0 w 3425925"/>
              <a:gd name="connsiteY4" fmla="*/ 5143500 h 5149287"/>
              <a:gd name="connsiteX0" fmla="*/ 0 w 3425925"/>
              <a:gd name="connsiteY0" fmla="*/ 5143500 h 5149287"/>
              <a:gd name="connsiteX1" fmla="*/ 1183466 w 3425925"/>
              <a:gd name="connsiteY1" fmla="*/ 1 h 5149287"/>
              <a:gd name="connsiteX2" fmla="*/ 3425925 w 3425925"/>
              <a:gd name="connsiteY2" fmla="*/ 0 h 5149287"/>
              <a:gd name="connsiteX3" fmla="*/ 3423077 w 3425925"/>
              <a:gd name="connsiteY3" fmla="*/ 5149287 h 5149287"/>
              <a:gd name="connsiteX4" fmla="*/ 0 w 3425925"/>
              <a:gd name="connsiteY4" fmla="*/ 5143500 h 5149287"/>
              <a:gd name="connsiteX0" fmla="*/ 0 w 3460649"/>
              <a:gd name="connsiteY0" fmla="*/ 5143500 h 5149287"/>
              <a:gd name="connsiteX1" fmla="*/ 1183466 w 3460649"/>
              <a:gd name="connsiteY1" fmla="*/ 1 h 5149287"/>
              <a:gd name="connsiteX2" fmla="*/ 3460649 w 3460649"/>
              <a:gd name="connsiteY2" fmla="*/ 0 h 5149287"/>
              <a:gd name="connsiteX3" fmla="*/ 3423077 w 3460649"/>
              <a:gd name="connsiteY3" fmla="*/ 5149287 h 5149287"/>
              <a:gd name="connsiteX4" fmla="*/ 0 w 3460649"/>
              <a:gd name="connsiteY4" fmla="*/ 5143500 h 5149287"/>
              <a:gd name="connsiteX0" fmla="*/ 0 w 3469436"/>
              <a:gd name="connsiteY0" fmla="*/ 5143500 h 5155075"/>
              <a:gd name="connsiteX1" fmla="*/ 1183466 w 3469436"/>
              <a:gd name="connsiteY1" fmla="*/ 1 h 5155075"/>
              <a:gd name="connsiteX2" fmla="*/ 3460649 w 3469436"/>
              <a:gd name="connsiteY2" fmla="*/ 0 h 5155075"/>
              <a:gd name="connsiteX3" fmla="*/ 3469376 w 3469436"/>
              <a:gd name="connsiteY3" fmla="*/ 5155075 h 5155075"/>
              <a:gd name="connsiteX4" fmla="*/ 0 w 3469436"/>
              <a:gd name="connsiteY4" fmla="*/ 5143500 h 515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69436" h="5155075">
                <a:moveTo>
                  <a:pt x="0" y="5143500"/>
                </a:moveTo>
                <a:lnTo>
                  <a:pt x="1183466" y="1"/>
                </a:lnTo>
                <a:lnTo>
                  <a:pt x="3460649" y="0"/>
                </a:lnTo>
                <a:cubicBezTo>
                  <a:pt x="3459700" y="1716429"/>
                  <a:pt x="3470325" y="3438646"/>
                  <a:pt x="3469376" y="5155075"/>
                </a:cubicBezTo>
                <a:lnTo>
                  <a:pt x="0" y="5143500"/>
                </a:lnTo>
                <a:close/>
              </a:path>
            </a:pathLst>
          </a:custGeom>
          <a:noFill/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3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49E27-7CDD-4911-B193-EF1903B14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700" cap="none" baseline="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A19B5-91E3-4F4C-A589-6C6C950D6A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0800" y="1369219"/>
            <a:ext cx="4144050" cy="28884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053E6F-F562-4865-866C-DA32BD2446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4144050" cy="28884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69F488-B9A6-4E2A-A2EC-51E6AAB58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52901-F037-4335-90F2-449535D19421}" type="datetime1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BD270F-0A31-4F75-86AC-E8F4F8DB1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094246-1144-49DF-80C6-487F327DE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4266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49E27-7CDD-4911-B193-EF1903B14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700" cap="none" baseline="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A19B5-91E3-4F4C-A589-6C6C950D6A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0800" y="1369219"/>
            <a:ext cx="4144050" cy="28884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69F488-B9A6-4E2A-A2EC-51E6AAB58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8A0A7-EE55-43F8-B9FF-48474BF01C62}" type="datetime1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BD270F-0A31-4F75-86AC-E8F4F8DB1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094246-1144-49DF-80C6-487F327DE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24EC5BB-E888-4D27-BEC1-966A6DA6EA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29600" y="1369219"/>
            <a:ext cx="4143600" cy="2888456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119548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C913EE-2727-4AD5-A4F4-2BB171BD1452}"/>
              </a:ext>
            </a:extLst>
          </p:cNvPr>
          <p:cNvSpPr/>
          <p:nvPr userDrawn="1"/>
        </p:nvSpPr>
        <p:spPr>
          <a:xfrm>
            <a:off x="0" y="0"/>
            <a:ext cx="9144000" cy="422435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98CD2CEE-C7C6-454F-BABA-D3C681293B7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0800" y="335674"/>
            <a:ext cx="8402400" cy="3553088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0179F0-3632-4679-B6A5-46A0CB570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A1A33-3FCE-4155-9EE2-6FE5EF3C5DC7}" type="datetime1">
              <a:rPr lang="en-GB" smtClean="0"/>
              <a:t>13/04/2026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3D66F0-0409-41B5-8F0F-17515FC29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2F6746-0473-414F-B00B-B98335701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5AB8804-944C-44FE-AC90-21977F1B78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8824" y="4348122"/>
            <a:ext cx="3143250" cy="690297"/>
          </a:xfrm>
        </p:spPr>
        <p:txBody>
          <a:bodyPr anchor="b"/>
          <a:lstStyle>
            <a:lvl1pPr>
              <a:defRPr sz="2400" b="0" i="0" baseline="0">
                <a:latin typeface="Arial" panose="020B0604020202020204" pitchFamily="34" charset="0"/>
              </a:defRPr>
            </a:lvl1pPr>
          </a:lstStyle>
          <a:p>
            <a:r>
              <a:rPr lang="en-US"/>
              <a:t>Click to add</a:t>
            </a:r>
            <a:br>
              <a:rPr lang="en-US"/>
            </a:br>
            <a:r>
              <a:rPr lang="en-US"/>
              <a:t>image caption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3993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666FB1-7EB8-48D4-BBC6-25C76E69E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515F-EF3A-4544-A4C7-DB909F882D02}" type="datetime1">
              <a:rPr lang="en-GB" smtClean="0"/>
              <a:t>13/04/2026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08E062-8FFD-4BEA-9E4D-0665BABE6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FD1732-3E34-49BE-8B77-1A0F750E2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1DD2EA03-0958-4D81-9330-2608322C4FF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4000" cy="42672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full bleed picture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2A7153-D257-4B24-9EEA-C9A3F1D1EE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8824" y="4348122"/>
            <a:ext cx="3143250" cy="690297"/>
          </a:xfrm>
        </p:spPr>
        <p:txBody>
          <a:bodyPr anchor="b"/>
          <a:lstStyle>
            <a:lvl1pPr>
              <a:defRPr sz="2400" b="0" i="0" baseline="0">
                <a:latin typeface="Arial" panose="020B0604020202020204" pitchFamily="34" charset="0"/>
              </a:defRPr>
            </a:lvl1pPr>
          </a:lstStyle>
          <a:p>
            <a:r>
              <a:rPr lang="en-US"/>
              <a:t>Click to add</a:t>
            </a:r>
            <a:br>
              <a:rPr lang="en-US"/>
            </a:br>
            <a:r>
              <a:rPr lang="en-US"/>
              <a:t>image caption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6646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4244F-AB7D-4A1B-B659-7C45DEE6D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700" cap="none" baseline="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21212D-E935-40DA-A8C3-8B44174E6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22975-2842-4F46-9E3A-BD83A4AB70A7}" type="datetime1">
              <a:rPr lang="en-GB" smtClean="0"/>
              <a:t>13/04/2026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684AF7-63FF-4F17-8CEC-05F9D0F11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C3E4AC-67E3-4249-9DF5-A4C70E5F1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3925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5926B6-9036-4126-AE1F-8A37EA53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FE109-D549-48E1-9AC0-88A28FCC05A2}" type="datetime1">
              <a:rPr lang="en-GB" smtClean="0"/>
              <a:t>13/04/2026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9A293D-86F4-467C-A6B2-024611FA1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759A11-3108-4192-81AD-C415E0542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76587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White and Colou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C8C1A-1BF5-4B59-AC3C-73632A8AD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0800" y="1598400"/>
            <a:ext cx="5259600" cy="1101600"/>
          </a:xfrm>
        </p:spPr>
        <p:txBody>
          <a:bodyPr anchor="b"/>
          <a:lstStyle>
            <a:lvl1pPr algn="l">
              <a:defRPr sz="2700" baseline="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19FAE3-5BF7-4965-9A39-4DF10150B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0800" y="2701528"/>
            <a:ext cx="5259600" cy="13140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72EC3-CD0E-4DAF-AFA9-AA5AC3F2F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66282-696E-4BC8-B8B0-F336AA0FA017}" type="datetime1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B6EE9-35CE-4EDE-8C2A-8C22D6E56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3E84B-B0A3-4B16-A256-83DF69693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1277E6E-6749-489A-9A65-DFF1D7BE37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5200" y="4579200"/>
            <a:ext cx="3484800" cy="453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900"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bristol.ac.uk/&lt;add </a:t>
            </a:r>
            <a:r>
              <a:rPr lang="en-US" err="1"/>
              <a:t>url</a:t>
            </a:r>
            <a:r>
              <a:rPr lang="en-US"/>
              <a:t>&gt;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945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B2333-4531-4F49-98C7-71CE6B119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00" y="273844"/>
            <a:ext cx="8402400" cy="994172"/>
          </a:xfrm>
        </p:spPr>
        <p:txBody>
          <a:bodyPr/>
          <a:lstStyle>
            <a:lvl1pPr>
              <a:defRPr cap="none" baseline="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BEE29-071E-4ED4-B0D5-046429DF4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800" y="1369219"/>
            <a:ext cx="8402400" cy="288845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DB9016-1CC6-48C9-96F5-24F342CEC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97AD8-1FCE-4D4C-86B9-3F1377F62059}" type="datetime1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222F4-7BC9-4ABB-8BD9-5765E7594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15800" y="4361092"/>
            <a:ext cx="2057400" cy="273844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5B4C82-F699-4384-99AC-56B3E6E80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12F0D55-9CD8-4149-AC74-111428CB37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5200" y="4579200"/>
            <a:ext cx="3484800" cy="453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900"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bristol.ac.uk/&lt;add </a:t>
            </a:r>
            <a:r>
              <a:rPr lang="en-US" err="1"/>
              <a:t>url</a:t>
            </a:r>
            <a:r>
              <a:rPr lang="en-US"/>
              <a:t>&gt;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9258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White an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AEC0E44-31DD-4789-86DE-B6E31155F116}"/>
              </a:ext>
            </a:extLst>
          </p:cNvPr>
          <p:cNvSpPr/>
          <p:nvPr userDrawn="1"/>
        </p:nvSpPr>
        <p:spPr>
          <a:xfrm>
            <a:off x="5708650" y="-3175"/>
            <a:ext cx="3435350" cy="5146675"/>
          </a:xfrm>
          <a:custGeom>
            <a:avLst/>
            <a:gdLst>
              <a:gd name="connsiteX0" fmla="*/ 0 w 3435350"/>
              <a:gd name="connsiteY0" fmla="*/ 0 h 5143500"/>
              <a:gd name="connsiteX1" fmla="*/ 3435350 w 3435350"/>
              <a:gd name="connsiteY1" fmla="*/ 0 h 5143500"/>
              <a:gd name="connsiteX2" fmla="*/ 3435350 w 3435350"/>
              <a:gd name="connsiteY2" fmla="*/ 5143500 h 5143500"/>
              <a:gd name="connsiteX3" fmla="*/ 0 w 3435350"/>
              <a:gd name="connsiteY3" fmla="*/ 5143500 h 5143500"/>
              <a:gd name="connsiteX4" fmla="*/ 0 w 3435350"/>
              <a:gd name="connsiteY4" fmla="*/ 0 h 5143500"/>
              <a:gd name="connsiteX0" fmla="*/ 1476375 w 3435350"/>
              <a:gd name="connsiteY0" fmla="*/ 0 h 5248275"/>
              <a:gd name="connsiteX1" fmla="*/ 3435350 w 3435350"/>
              <a:gd name="connsiteY1" fmla="*/ 104775 h 5248275"/>
              <a:gd name="connsiteX2" fmla="*/ 3435350 w 3435350"/>
              <a:gd name="connsiteY2" fmla="*/ 5248275 h 5248275"/>
              <a:gd name="connsiteX3" fmla="*/ 0 w 3435350"/>
              <a:gd name="connsiteY3" fmla="*/ 5248275 h 5248275"/>
              <a:gd name="connsiteX4" fmla="*/ 1476375 w 3435350"/>
              <a:gd name="connsiteY4" fmla="*/ 0 h 5248275"/>
              <a:gd name="connsiteX0" fmla="*/ 1190625 w 3435350"/>
              <a:gd name="connsiteY0" fmla="*/ 0 h 5162550"/>
              <a:gd name="connsiteX1" fmla="*/ 3435350 w 3435350"/>
              <a:gd name="connsiteY1" fmla="*/ 19050 h 5162550"/>
              <a:gd name="connsiteX2" fmla="*/ 3435350 w 3435350"/>
              <a:gd name="connsiteY2" fmla="*/ 5162550 h 5162550"/>
              <a:gd name="connsiteX3" fmla="*/ 0 w 3435350"/>
              <a:gd name="connsiteY3" fmla="*/ 5162550 h 5162550"/>
              <a:gd name="connsiteX4" fmla="*/ 1190625 w 3435350"/>
              <a:gd name="connsiteY4" fmla="*/ 0 h 5162550"/>
              <a:gd name="connsiteX0" fmla="*/ 1193800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3800 w 3435350"/>
              <a:gd name="connsiteY4" fmla="*/ 0 h 5146675"/>
              <a:gd name="connsiteX0" fmla="*/ 1219200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219200 w 3435350"/>
              <a:gd name="connsiteY4" fmla="*/ 0 h 5146675"/>
              <a:gd name="connsiteX0" fmla="*/ 1190625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0625 w 3435350"/>
              <a:gd name="connsiteY4" fmla="*/ 0 h 5146675"/>
              <a:gd name="connsiteX0" fmla="*/ 1190625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0625 w 3435350"/>
              <a:gd name="connsiteY4" fmla="*/ 0 h 514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35350" h="5146675">
                <a:moveTo>
                  <a:pt x="1190625" y="0"/>
                </a:moveTo>
                <a:lnTo>
                  <a:pt x="3435350" y="3175"/>
                </a:lnTo>
                <a:lnTo>
                  <a:pt x="3435350" y="5146675"/>
                </a:lnTo>
                <a:lnTo>
                  <a:pt x="0" y="5146675"/>
                </a:lnTo>
                <a:lnTo>
                  <a:pt x="1190625" y="0"/>
                </a:lnTo>
                <a:close/>
              </a:path>
            </a:pathLst>
          </a:custGeom>
          <a:blipFill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3C8C1A-1BF5-4B59-AC3C-73632A8AD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0800" y="1598400"/>
            <a:ext cx="5259600" cy="1101600"/>
          </a:xfrm>
        </p:spPr>
        <p:txBody>
          <a:bodyPr anchor="b"/>
          <a:lstStyle>
            <a:lvl1pPr algn="l">
              <a:defRPr sz="2700" baseline="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19FAE3-5BF7-4965-9A39-4DF10150B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0800" y="2701528"/>
            <a:ext cx="5259600" cy="13140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72EC3-CD0E-4DAF-AFA9-AA5AC3F2F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D62B8-D7ED-4B07-9A04-1E3FEAB2A48C}" type="datetime1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B6EE9-35CE-4EDE-8C2A-8C22D6E56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3E84B-B0A3-4B16-A256-83DF69693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31D6D51-0B2F-EE4F-A57F-A63BF66DAD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5200" y="4579200"/>
            <a:ext cx="3484800" cy="453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900"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bristol.ac.uk/&lt;add </a:t>
            </a:r>
            <a:r>
              <a:rPr lang="en-US" err="1"/>
              <a:t>url</a:t>
            </a:r>
            <a:r>
              <a:rPr lang="en-US"/>
              <a:t>&gt;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99015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White (Insert Image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C8C1A-1BF5-4B59-AC3C-73632A8AD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0800" y="1598400"/>
            <a:ext cx="5259600" cy="1101600"/>
          </a:xfrm>
        </p:spPr>
        <p:txBody>
          <a:bodyPr anchor="b"/>
          <a:lstStyle>
            <a:lvl1pPr algn="l">
              <a:defRPr sz="2700" baseline="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19FAE3-5BF7-4965-9A39-4DF10150B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0800" y="2701528"/>
            <a:ext cx="5259600" cy="13140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72EC3-CD0E-4DAF-AFA9-AA5AC3F2F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66282-696E-4BC8-B8B0-F336AA0FA017}" type="datetime1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B6EE9-35CE-4EDE-8C2A-8C22D6E56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3E84B-B0A3-4B16-A256-83DF69693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07491796-214B-45DE-99F8-B1AF36C957C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82354" y="0"/>
            <a:ext cx="3461646" cy="5143858"/>
          </a:xfrm>
          <a:custGeom>
            <a:avLst/>
            <a:gdLst>
              <a:gd name="connsiteX0" fmla="*/ 0 w 3900487"/>
              <a:gd name="connsiteY0" fmla="*/ 5143500 h 5143500"/>
              <a:gd name="connsiteX1" fmla="*/ 975122 w 3900487"/>
              <a:gd name="connsiteY1" fmla="*/ 0 h 5143500"/>
              <a:gd name="connsiteX2" fmla="*/ 3900487 w 3900487"/>
              <a:gd name="connsiteY2" fmla="*/ 0 h 5143500"/>
              <a:gd name="connsiteX3" fmla="*/ 2925365 w 3900487"/>
              <a:gd name="connsiteY3" fmla="*/ 5143500 h 5143500"/>
              <a:gd name="connsiteX4" fmla="*/ 0 w 3900487"/>
              <a:gd name="connsiteY4" fmla="*/ 5143500 h 5143500"/>
              <a:gd name="connsiteX0" fmla="*/ 0 w 3900487"/>
              <a:gd name="connsiteY0" fmla="*/ 5143500 h 5149287"/>
              <a:gd name="connsiteX1" fmla="*/ 975122 w 3900487"/>
              <a:gd name="connsiteY1" fmla="*/ 0 h 5149287"/>
              <a:gd name="connsiteX2" fmla="*/ 3900487 w 3900487"/>
              <a:gd name="connsiteY2" fmla="*/ 0 h 5149287"/>
              <a:gd name="connsiteX3" fmla="*/ 3897639 w 3900487"/>
              <a:gd name="connsiteY3" fmla="*/ 5149287 h 5149287"/>
              <a:gd name="connsiteX4" fmla="*/ 0 w 3900487"/>
              <a:gd name="connsiteY4" fmla="*/ 5143500 h 5149287"/>
              <a:gd name="connsiteX0" fmla="*/ 0 w 3900487"/>
              <a:gd name="connsiteY0" fmla="*/ 5143500 h 5149287"/>
              <a:gd name="connsiteX1" fmla="*/ 1652241 w 3900487"/>
              <a:gd name="connsiteY1" fmla="*/ 11575 h 5149287"/>
              <a:gd name="connsiteX2" fmla="*/ 3900487 w 3900487"/>
              <a:gd name="connsiteY2" fmla="*/ 0 h 5149287"/>
              <a:gd name="connsiteX3" fmla="*/ 3897639 w 3900487"/>
              <a:gd name="connsiteY3" fmla="*/ 5149287 h 5149287"/>
              <a:gd name="connsiteX4" fmla="*/ 0 w 3900487"/>
              <a:gd name="connsiteY4" fmla="*/ 5143500 h 5149287"/>
              <a:gd name="connsiteX0" fmla="*/ 0 w 3425925"/>
              <a:gd name="connsiteY0" fmla="*/ 5143500 h 5149287"/>
              <a:gd name="connsiteX1" fmla="*/ 1177679 w 3425925"/>
              <a:gd name="connsiteY1" fmla="*/ 11575 h 5149287"/>
              <a:gd name="connsiteX2" fmla="*/ 3425925 w 3425925"/>
              <a:gd name="connsiteY2" fmla="*/ 0 h 5149287"/>
              <a:gd name="connsiteX3" fmla="*/ 3423077 w 3425925"/>
              <a:gd name="connsiteY3" fmla="*/ 5149287 h 5149287"/>
              <a:gd name="connsiteX4" fmla="*/ 0 w 3425925"/>
              <a:gd name="connsiteY4" fmla="*/ 5143500 h 5149287"/>
              <a:gd name="connsiteX0" fmla="*/ 0 w 3425925"/>
              <a:gd name="connsiteY0" fmla="*/ 5143500 h 5149287"/>
              <a:gd name="connsiteX1" fmla="*/ 1183466 w 3425925"/>
              <a:gd name="connsiteY1" fmla="*/ 1 h 5149287"/>
              <a:gd name="connsiteX2" fmla="*/ 3425925 w 3425925"/>
              <a:gd name="connsiteY2" fmla="*/ 0 h 5149287"/>
              <a:gd name="connsiteX3" fmla="*/ 3423077 w 3425925"/>
              <a:gd name="connsiteY3" fmla="*/ 5149287 h 5149287"/>
              <a:gd name="connsiteX4" fmla="*/ 0 w 3425925"/>
              <a:gd name="connsiteY4" fmla="*/ 5143500 h 5149287"/>
              <a:gd name="connsiteX0" fmla="*/ 0 w 3460649"/>
              <a:gd name="connsiteY0" fmla="*/ 5143500 h 5149287"/>
              <a:gd name="connsiteX1" fmla="*/ 1183466 w 3460649"/>
              <a:gd name="connsiteY1" fmla="*/ 1 h 5149287"/>
              <a:gd name="connsiteX2" fmla="*/ 3460649 w 3460649"/>
              <a:gd name="connsiteY2" fmla="*/ 0 h 5149287"/>
              <a:gd name="connsiteX3" fmla="*/ 3423077 w 3460649"/>
              <a:gd name="connsiteY3" fmla="*/ 5149287 h 5149287"/>
              <a:gd name="connsiteX4" fmla="*/ 0 w 3460649"/>
              <a:gd name="connsiteY4" fmla="*/ 5143500 h 5149287"/>
              <a:gd name="connsiteX0" fmla="*/ 0 w 3469436"/>
              <a:gd name="connsiteY0" fmla="*/ 5143500 h 5155075"/>
              <a:gd name="connsiteX1" fmla="*/ 1183466 w 3469436"/>
              <a:gd name="connsiteY1" fmla="*/ 1 h 5155075"/>
              <a:gd name="connsiteX2" fmla="*/ 3460649 w 3469436"/>
              <a:gd name="connsiteY2" fmla="*/ 0 h 5155075"/>
              <a:gd name="connsiteX3" fmla="*/ 3469376 w 3469436"/>
              <a:gd name="connsiteY3" fmla="*/ 5155075 h 5155075"/>
              <a:gd name="connsiteX4" fmla="*/ 0 w 3469436"/>
              <a:gd name="connsiteY4" fmla="*/ 5143500 h 5155075"/>
              <a:gd name="connsiteX0" fmla="*/ 0 w 3469436"/>
              <a:gd name="connsiteY0" fmla="*/ 5155434 h 5155434"/>
              <a:gd name="connsiteX1" fmla="*/ 1183466 w 3469436"/>
              <a:gd name="connsiteY1" fmla="*/ 1 h 5155434"/>
              <a:gd name="connsiteX2" fmla="*/ 3460649 w 3469436"/>
              <a:gd name="connsiteY2" fmla="*/ 0 h 5155434"/>
              <a:gd name="connsiteX3" fmla="*/ 3469376 w 3469436"/>
              <a:gd name="connsiteY3" fmla="*/ 5155075 h 5155434"/>
              <a:gd name="connsiteX4" fmla="*/ 0 w 3469436"/>
              <a:gd name="connsiteY4" fmla="*/ 5155434 h 515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69436" h="5155434">
                <a:moveTo>
                  <a:pt x="0" y="5155434"/>
                </a:moveTo>
                <a:lnTo>
                  <a:pt x="1183466" y="1"/>
                </a:lnTo>
                <a:lnTo>
                  <a:pt x="3460649" y="0"/>
                </a:lnTo>
                <a:cubicBezTo>
                  <a:pt x="3459700" y="1716429"/>
                  <a:pt x="3470325" y="3438646"/>
                  <a:pt x="3469376" y="5155075"/>
                </a:cubicBezTo>
                <a:lnTo>
                  <a:pt x="0" y="5155434"/>
                </a:lnTo>
                <a:close/>
              </a:path>
            </a:pathLst>
          </a:custGeo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16DADB9-326D-1548-B650-735E35C21D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5200" y="4579200"/>
            <a:ext cx="3484800" cy="453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900"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bristol.ac.uk/&lt;add </a:t>
            </a:r>
            <a:r>
              <a:rPr lang="en-US" err="1"/>
              <a:t>url</a:t>
            </a:r>
            <a:r>
              <a:rPr lang="en-US"/>
              <a:t>&gt;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28901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Colour an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7">
            <a:extLst>
              <a:ext uri="{FF2B5EF4-FFF2-40B4-BE49-F238E27FC236}">
                <a16:creationId xmlns:a16="http://schemas.microsoft.com/office/drawing/2014/main" id="{A903D7F4-2AD2-4C9C-9330-C03E0E70D3F1}"/>
              </a:ext>
            </a:extLst>
          </p:cNvPr>
          <p:cNvSpPr/>
          <p:nvPr userDrawn="1"/>
        </p:nvSpPr>
        <p:spPr>
          <a:xfrm>
            <a:off x="5708650" y="-3175"/>
            <a:ext cx="3435350" cy="5146675"/>
          </a:xfrm>
          <a:custGeom>
            <a:avLst/>
            <a:gdLst>
              <a:gd name="connsiteX0" fmla="*/ 0 w 3435350"/>
              <a:gd name="connsiteY0" fmla="*/ 0 h 5143500"/>
              <a:gd name="connsiteX1" fmla="*/ 3435350 w 3435350"/>
              <a:gd name="connsiteY1" fmla="*/ 0 h 5143500"/>
              <a:gd name="connsiteX2" fmla="*/ 3435350 w 3435350"/>
              <a:gd name="connsiteY2" fmla="*/ 5143500 h 5143500"/>
              <a:gd name="connsiteX3" fmla="*/ 0 w 3435350"/>
              <a:gd name="connsiteY3" fmla="*/ 5143500 h 5143500"/>
              <a:gd name="connsiteX4" fmla="*/ 0 w 3435350"/>
              <a:gd name="connsiteY4" fmla="*/ 0 h 5143500"/>
              <a:gd name="connsiteX0" fmla="*/ 1476375 w 3435350"/>
              <a:gd name="connsiteY0" fmla="*/ 0 h 5248275"/>
              <a:gd name="connsiteX1" fmla="*/ 3435350 w 3435350"/>
              <a:gd name="connsiteY1" fmla="*/ 104775 h 5248275"/>
              <a:gd name="connsiteX2" fmla="*/ 3435350 w 3435350"/>
              <a:gd name="connsiteY2" fmla="*/ 5248275 h 5248275"/>
              <a:gd name="connsiteX3" fmla="*/ 0 w 3435350"/>
              <a:gd name="connsiteY3" fmla="*/ 5248275 h 5248275"/>
              <a:gd name="connsiteX4" fmla="*/ 1476375 w 3435350"/>
              <a:gd name="connsiteY4" fmla="*/ 0 h 5248275"/>
              <a:gd name="connsiteX0" fmla="*/ 1190625 w 3435350"/>
              <a:gd name="connsiteY0" fmla="*/ 0 h 5162550"/>
              <a:gd name="connsiteX1" fmla="*/ 3435350 w 3435350"/>
              <a:gd name="connsiteY1" fmla="*/ 19050 h 5162550"/>
              <a:gd name="connsiteX2" fmla="*/ 3435350 w 3435350"/>
              <a:gd name="connsiteY2" fmla="*/ 5162550 h 5162550"/>
              <a:gd name="connsiteX3" fmla="*/ 0 w 3435350"/>
              <a:gd name="connsiteY3" fmla="*/ 5162550 h 5162550"/>
              <a:gd name="connsiteX4" fmla="*/ 1190625 w 3435350"/>
              <a:gd name="connsiteY4" fmla="*/ 0 h 5162550"/>
              <a:gd name="connsiteX0" fmla="*/ 1193800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3800 w 3435350"/>
              <a:gd name="connsiteY4" fmla="*/ 0 h 5146675"/>
              <a:gd name="connsiteX0" fmla="*/ 1219200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219200 w 3435350"/>
              <a:gd name="connsiteY4" fmla="*/ 0 h 5146675"/>
              <a:gd name="connsiteX0" fmla="*/ 1190625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0625 w 3435350"/>
              <a:gd name="connsiteY4" fmla="*/ 0 h 5146675"/>
              <a:gd name="connsiteX0" fmla="*/ 1190625 w 3435350"/>
              <a:gd name="connsiteY0" fmla="*/ 0 h 5146675"/>
              <a:gd name="connsiteX1" fmla="*/ 3435350 w 3435350"/>
              <a:gd name="connsiteY1" fmla="*/ 3175 h 5146675"/>
              <a:gd name="connsiteX2" fmla="*/ 3435350 w 3435350"/>
              <a:gd name="connsiteY2" fmla="*/ 5146675 h 5146675"/>
              <a:gd name="connsiteX3" fmla="*/ 0 w 3435350"/>
              <a:gd name="connsiteY3" fmla="*/ 5146675 h 5146675"/>
              <a:gd name="connsiteX4" fmla="*/ 1190625 w 3435350"/>
              <a:gd name="connsiteY4" fmla="*/ 0 h 514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35350" h="5146675">
                <a:moveTo>
                  <a:pt x="1190625" y="0"/>
                </a:moveTo>
                <a:lnTo>
                  <a:pt x="3435350" y="3175"/>
                </a:lnTo>
                <a:lnTo>
                  <a:pt x="3435350" y="5146675"/>
                </a:lnTo>
                <a:lnTo>
                  <a:pt x="0" y="5146675"/>
                </a:lnTo>
                <a:lnTo>
                  <a:pt x="1190625" y="0"/>
                </a:lnTo>
                <a:close/>
              </a:path>
            </a:pathLst>
          </a:custGeom>
          <a:blipFill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3C8C1A-1BF5-4B59-AC3C-73632A8AD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0800" y="1598400"/>
            <a:ext cx="5259600" cy="1101600"/>
          </a:xfrm>
        </p:spPr>
        <p:txBody>
          <a:bodyPr anchor="b"/>
          <a:lstStyle>
            <a:lvl1pPr algn="l">
              <a:defRPr sz="27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19FAE3-5BF7-4965-9A39-4DF10150B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0800" y="2701528"/>
            <a:ext cx="5259600" cy="1314000"/>
          </a:xfrm>
        </p:spPr>
        <p:txBody>
          <a:bodyPr>
            <a:normAutofit/>
          </a:bodyPr>
          <a:lstStyle>
            <a:lvl1pPr marL="0" indent="0" algn="l">
              <a:buNone/>
              <a:defRPr sz="2000" baseline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72EC3-CD0E-4DAF-AFA9-AA5AC3F2F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3E2C485A-CFD1-4426-A587-FCC12D6AD237}" type="datetime1">
              <a:rPr lang="en-GB" smtClean="0"/>
              <a:pPr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B6EE9-35CE-4EDE-8C2A-8C22D6E56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3E84B-B0A3-4B16-A256-83DF69693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7DE1CF8-1877-4310-8670-A269E8016CA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2F72749-A371-1D44-B1FE-5603940BB6B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5200" y="4579200"/>
            <a:ext cx="3484800" cy="453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900" b="0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bristol.ac.uk/&lt;add </a:t>
            </a:r>
            <a:r>
              <a:rPr lang="en-US" err="1"/>
              <a:t>url</a:t>
            </a:r>
            <a:r>
              <a:rPr lang="en-US"/>
              <a:t>&gt;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12299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Colour (Insert Image)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C8C1A-1BF5-4B59-AC3C-73632A8AD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0800" y="1598400"/>
            <a:ext cx="5259600" cy="1101600"/>
          </a:xfrm>
        </p:spPr>
        <p:txBody>
          <a:bodyPr anchor="b"/>
          <a:lstStyle>
            <a:lvl1pPr algn="l">
              <a:defRPr sz="27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19FAE3-5BF7-4965-9A39-4DF10150B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0800" y="2701528"/>
            <a:ext cx="5259600" cy="1314000"/>
          </a:xfrm>
        </p:spPr>
        <p:txBody>
          <a:bodyPr>
            <a:normAutofit/>
          </a:bodyPr>
          <a:lstStyle>
            <a:lvl1pPr marL="0" indent="0" algn="l">
              <a:buNone/>
              <a:defRPr sz="2000" baseline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72EC3-CD0E-4DAF-AFA9-AA5AC3F2F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D904E3C7-3434-41F6-8009-C52959A159FA}" type="datetime1">
              <a:rPr lang="en-GB" smtClean="0"/>
              <a:pPr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8B6EE9-35CE-4EDE-8C2A-8C22D6E56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3E84B-B0A3-4B16-A256-83DF69693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fld id="{67DE1CF8-1877-4310-8670-A269E8016CA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558EBCF5-E0AC-439B-A35D-E3E76706493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82354" y="0"/>
            <a:ext cx="3461646" cy="5143858"/>
          </a:xfrm>
          <a:custGeom>
            <a:avLst/>
            <a:gdLst>
              <a:gd name="connsiteX0" fmla="*/ 0 w 3900487"/>
              <a:gd name="connsiteY0" fmla="*/ 5143500 h 5143500"/>
              <a:gd name="connsiteX1" fmla="*/ 975122 w 3900487"/>
              <a:gd name="connsiteY1" fmla="*/ 0 h 5143500"/>
              <a:gd name="connsiteX2" fmla="*/ 3900487 w 3900487"/>
              <a:gd name="connsiteY2" fmla="*/ 0 h 5143500"/>
              <a:gd name="connsiteX3" fmla="*/ 2925365 w 3900487"/>
              <a:gd name="connsiteY3" fmla="*/ 5143500 h 5143500"/>
              <a:gd name="connsiteX4" fmla="*/ 0 w 3900487"/>
              <a:gd name="connsiteY4" fmla="*/ 5143500 h 5143500"/>
              <a:gd name="connsiteX0" fmla="*/ 0 w 3900487"/>
              <a:gd name="connsiteY0" fmla="*/ 5143500 h 5149287"/>
              <a:gd name="connsiteX1" fmla="*/ 975122 w 3900487"/>
              <a:gd name="connsiteY1" fmla="*/ 0 h 5149287"/>
              <a:gd name="connsiteX2" fmla="*/ 3900487 w 3900487"/>
              <a:gd name="connsiteY2" fmla="*/ 0 h 5149287"/>
              <a:gd name="connsiteX3" fmla="*/ 3897639 w 3900487"/>
              <a:gd name="connsiteY3" fmla="*/ 5149287 h 5149287"/>
              <a:gd name="connsiteX4" fmla="*/ 0 w 3900487"/>
              <a:gd name="connsiteY4" fmla="*/ 5143500 h 5149287"/>
              <a:gd name="connsiteX0" fmla="*/ 0 w 3900487"/>
              <a:gd name="connsiteY0" fmla="*/ 5143500 h 5149287"/>
              <a:gd name="connsiteX1" fmla="*/ 1652241 w 3900487"/>
              <a:gd name="connsiteY1" fmla="*/ 11575 h 5149287"/>
              <a:gd name="connsiteX2" fmla="*/ 3900487 w 3900487"/>
              <a:gd name="connsiteY2" fmla="*/ 0 h 5149287"/>
              <a:gd name="connsiteX3" fmla="*/ 3897639 w 3900487"/>
              <a:gd name="connsiteY3" fmla="*/ 5149287 h 5149287"/>
              <a:gd name="connsiteX4" fmla="*/ 0 w 3900487"/>
              <a:gd name="connsiteY4" fmla="*/ 5143500 h 5149287"/>
              <a:gd name="connsiteX0" fmla="*/ 0 w 3425925"/>
              <a:gd name="connsiteY0" fmla="*/ 5143500 h 5149287"/>
              <a:gd name="connsiteX1" fmla="*/ 1177679 w 3425925"/>
              <a:gd name="connsiteY1" fmla="*/ 11575 h 5149287"/>
              <a:gd name="connsiteX2" fmla="*/ 3425925 w 3425925"/>
              <a:gd name="connsiteY2" fmla="*/ 0 h 5149287"/>
              <a:gd name="connsiteX3" fmla="*/ 3423077 w 3425925"/>
              <a:gd name="connsiteY3" fmla="*/ 5149287 h 5149287"/>
              <a:gd name="connsiteX4" fmla="*/ 0 w 3425925"/>
              <a:gd name="connsiteY4" fmla="*/ 5143500 h 5149287"/>
              <a:gd name="connsiteX0" fmla="*/ 0 w 3425925"/>
              <a:gd name="connsiteY0" fmla="*/ 5143500 h 5149287"/>
              <a:gd name="connsiteX1" fmla="*/ 1183466 w 3425925"/>
              <a:gd name="connsiteY1" fmla="*/ 1 h 5149287"/>
              <a:gd name="connsiteX2" fmla="*/ 3425925 w 3425925"/>
              <a:gd name="connsiteY2" fmla="*/ 0 h 5149287"/>
              <a:gd name="connsiteX3" fmla="*/ 3423077 w 3425925"/>
              <a:gd name="connsiteY3" fmla="*/ 5149287 h 5149287"/>
              <a:gd name="connsiteX4" fmla="*/ 0 w 3425925"/>
              <a:gd name="connsiteY4" fmla="*/ 5143500 h 5149287"/>
              <a:gd name="connsiteX0" fmla="*/ 0 w 3460649"/>
              <a:gd name="connsiteY0" fmla="*/ 5143500 h 5149287"/>
              <a:gd name="connsiteX1" fmla="*/ 1183466 w 3460649"/>
              <a:gd name="connsiteY1" fmla="*/ 1 h 5149287"/>
              <a:gd name="connsiteX2" fmla="*/ 3460649 w 3460649"/>
              <a:gd name="connsiteY2" fmla="*/ 0 h 5149287"/>
              <a:gd name="connsiteX3" fmla="*/ 3423077 w 3460649"/>
              <a:gd name="connsiteY3" fmla="*/ 5149287 h 5149287"/>
              <a:gd name="connsiteX4" fmla="*/ 0 w 3460649"/>
              <a:gd name="connsiteY4" fmla="*/ 5143500 h 5149287"/>
              <a:gd name="connsiteX0" fmla="*/ 0 w 3469436"/>
              <a:gd name="connsiteY0" fmla="*/ 5143500 h 5155075"/>
              <a:gd name="connsiteX1" fmla="*/ 1183466 w 3469436"/>
              <a:gd name="connsiteY1" fmla="*/ 1 h 5155075"/>
              <a:gd name="connsiteX2" fmla="*/ 3460649 w 3469436"/>
              <a:gd name="connsiteY2" fmla="*/ 0 h 5155075"/>
              <a:gd name="connsiteX3" fmla="*/ 3469376 w 3469436"/>
              <a:gd name="connsiteY3" fmla="*/ 5155075 h 5155075"/>
              <a:gd name="connsiteX4" fmla="*/ 0 w 3469436"/>
              <a:gd name="connsiteY4" fmla="*/ 5143500 h 5155075"/>
              <a:gd name="connsiteX0" fmla="*/ 0 w 3469436"/>
              <a:gd name="connsiteY0" fmla="*/ 5155434 h 5155434"/>
              <a:gd name="connsiteX1" fmla="*/ 1183466 w 3469436"/>
              <a:gd name="connsiteY1" fmla="*/ 1 h 5155434"/>
              <a:gd name="connsiteX2" fmla="*/ 3460649 w 3469436"/>
              <a:gd name="connsiteY2" fmla="*/ 0 h 5155434"/>
              <a:gd name="connsiteX3" fmla="*/ 3469376 w 3469436"/>
              <a:gd name="connsiteY3" fmla="*/ 5155075 h 5155434"/>
              <a:gd name="connsiteX4" fmla="*/ 0 w 3469436"/>
              <a:gd name="connsiteY4" fmla="*/ 5155434 h 515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69436" h="5155434">
                <a:moveTo>
                  <a:pt x="0" y="5155434"/>
                </a:moveTo>
                <a:lnTo>
                  <a:pt x="1183466" y="1"/>
                </a:lnTo>
                <a:lnTo>
                  <a:pt x="3460649" y="0"/>
                </a:lnTo>
                <a:cubicBezTo>
                  <a:pt x="3459700" y="1716429"/>
                  <a:pt x="3470325" y="3438646"/>
                  <a:pt x="3469376" y="5155075"/>
                </a:cubicBezTo>
                <a:lnTo>
                  <a:pt x="0" y="5155434"/>
                </a:lnTo>
                <a:close/>
              </a:path>
            </a:pathLst>
          </a:custGeo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E05A56F-2D56-478C-8B76-D1EA61ECFB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5200" y="4579200"/>
            <a:ext cx="3484800" cy="453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900" b="0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bristol.ac.uk/&lt;add </a:t>
            </a:r>
            <a:r>
              <a:rPr lang="en-US" err="1"/>
              <a:t>url</a:t>
            </a:r>
            <a:r>
              <a:rPr lang="en-US"/>
              <a:t>&gt;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22885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B2333-4531-4F49-98C7-71CE6B119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00" y="680400"/>
            <a:ext cx="5259600" cy="1101600"/>
          </a:xfrm>
        </p:spPr>
        <p:txBody>
          <a:bodyPr/>
          <a:lstStyle>
            <a:lvl1pPr>
              <a:defRPr cap="none" baseline="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BEE29-071E-4ED4-B0D5-046429DF4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800" y="1825200"/>
            <a:ext cx="5259600" cy="25020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DB9016-1CC6-48C9-96F5-24F342CEC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96329-32E5-45D1-A44F-3528B41BEAB5}" type="datetime1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222F4-7BC9-4ABB-8BD9-5765E7594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5B4C82-F699-4384-99AC-56B3E6E80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F8083C25-9322-4123-BA6A-1F002C5AC1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82354" y="0"/>
            <a:ext cx="3461646" cy="5143500"/>
          </a:xfrm>
          <a:custGeom>
            <a:avLst/>
            <a:gdLst>
              <a:gd name="connsiteX0" fmla="*/ 0 w 3900487"/>
              <a:gd name="connsiteY0" fmla="*/ 5143500 h 5143500"/>
              <a:gd name="connsiteX1" fmla="*/ 975122 w 3900487"/>
              <a:gd name="connsiteY1" fmla="*/ 0 h 5143500"/>
              <a:gd name="connsiteX2" fmla="*/ 3900487 w 3900487"/>
              <a:gd name="connsiteY2" fmla="*/ 0 h 5143500"/>
              <a:gd name="connsiteX3" fmla="*/ 2925365 w 3900487"/>
              <a:gd name="connsiteY3" fmla="*/ 5143500 h 5143500"/>
              <a:gd name="connsiteX4" fmla="*/ 0 w 3900487"/>
              <a:gd name="connsiteY4" fmla="*/ 5143500 h 5143500"/>
              <a:gd name="connsiteX0" fmla="*/ 0 w 3900487"/>
              <a:gd name="connsiteY0" fmla="*/ 5143500 h 5149287"/>
              <a:gd name="connsiteX1" fmla="*/ 975122 w 3900487"/>
              <a:gd name="connsiteY1" fmla="*/ 0 h 5149287"/>
              <a:gd name="connsiteX2" fmla="*/ 3900487 w 3900487"/>
              <a:gd name="connsiteY2" fmla="*/ 0 h 5149287"/>
              <a:gd name="connsiteX3" fmla="*/ 3897639 w 3900487"/>
              <a:gd name="connsiteY3" fmla="*/ 5149287 h 5149287"/>
              <a:gd name="connsiteX4" fmla="*/ 0 w 3900487"/>
              <a:gd name="connsiteY4" fmla="*/ 5143500 h 5149287"/>
              <a:gd name="connsiteX0" fmla="*/ 0 w 3900487"/>
              <a:gd name="connsiteY0" fmla="*/ 5143500 h 5149287"/>
              <a:gd name="connsiteX1" fmla="*/ 1652241 w 3900487"/>
              <a:gd name="connsiteY1" fmla="*/ 11575 h 5149287"/>
              <a:gd name="connsiteX2" fmla="*/ 3900487 w 3900487"/>
              <a:gd name="connsiteY2" fmla="*/ 0 h 5149287"/>
              <a:gd name="connsiteX3" fmla="*/ 3897639 w 3900487"/>
              <a:gd name="connsiteY3" fmla="*/ 5149287 h 5149287"/>
              <a:gd name="connsiteX4" fmla="*/ 0 w 3900487"/>
              <a:gd name="connsiteY4" fmla="*/ 5143500 h 5149287"/>
              <a:gd name="connsiteX0" fmla="*/ 0 w 3425925"/>
              <a:gd name="connsiteY0" fmla="*/ 5143500 h 5149287"/>
              <a:gd name="connsiteX1" fmla="*/ 1177679 w 3425925"/>
              <a:gd name="connsiteY1" fmla="*/ 11575 h 5149287"/>
              <a:gd name="connsiteX2" fmla="*/ 3425925 w 3425925"/>
              <a:gd name="connsiteY2" fmla="*/ 0 h 5149287"/>
              <a:gd name="connsiteX3" fmla="*/ 3423077 w 3425925"/>
              <a:gd name="connsiteY3" fmla="*/ 5149287 h 5149287"/>
              <a:gd name="connsiteX4" fmla="*/ 0 w 3425925"/>
              <a:gd name="connsiteY4" fmla="*/ 5143500 h 5149287"/>
              <a:gd name="connsiteX0" fmla="*/ 0 w 3425925"/>
              <a:gd name="connsiteY0" fmla="*/ 5143500 h 5149287"/>
              <a:gd name="connsiteX1" fmla="*/ 1183466 w 3425925"/>
              <a:gd name="connsiteY1" fmla="*/ 1 h 5149287"/>
              <a:gd name="connsiteX2" fmla="*/ 3425925 w 3425925"/>
              <a:gd name="connsiteY2" fmla="*/ 0 h 5149287"/>
              <a:gd name="connsiteX3" fmla="*/ 3423077 w 3425925"/>
              <a:gd name="connsiteY3" fmla="*/ 5149287 h 5149287"/>
              <a:gd name="connsiteX4" fmla="*/ 0 w 3425925"/>
              <a:gd name="connsiteY4" fmla="*/ 5143500 h 5149287"/>
              <a:gd name="connsiteX0" fmla="*/ 0 w 3460649"/>
              <a:gd name="connsiteY0" fmla="*/ 5143500 h 5149287"/>
              <a:gd name="connsiteX1" fmla="*/ 1183466 w 3460649"/>
              <a:gd name="connsiteY1" fmla="*/ 1 h 5149287"/>
              <a:gd name="connsiteX2" fmla="*/ 3460649 w 3460649"/>
              <a:gd name="connsiteY2" fmla="*/ 0 h 5149287"/>
              <a:gd name="connsiteX3" fmla="*/ 3423077 w 3460649"/>
              <a:gd name="connsiteY3" fmla="*/ 5149287 h 5149287"/>
              <a:gd name="connsiteX4" fmla="*/ 0 w 3460649"/>
              <a:gd name="connsiteY4" fmla="*/ 5143500 h 5149287"/>
              <a:gd name="connsiteX0" fmla="*/ 0 w 3469436"/>
              <a:gd name="connsiteY0" fmla="*/ 5143500 h 5155075"/>
              <a:gd name="connsiteX1" fmla="*/ 1183466 w 3469436"/>
              <a:gd name="connsiteY1" fmla="*/ 1 h 5155075"/>
              <a:gd name="connsiteX2" fmla="*/ 3460649 w 3469436"/>
              <a:gd name="connsiteY2" fmla="*/ 0 h 5155075"/>
              <a:gd name="connsiteX3" fmla="*/ 3469376 w 3469436"/>
              <a:gd name="connsiteY3" fmla="*/ 5155075 h 5155075"/>
              <a:gd name="connsiteX4" fmla="*/ 0 w 3469436"/>
              <a:gd name="connsiteY4" fmla="*/ 5143500 h 515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69436" h="5155075">
                <a:moveTo>
                  <a:pt x="0" y="5143500"/>
                </a:moveTo>
                <a:lnTo>
                  <a:pt x="1183466" y="1"/>
                </a:lnTo>
                <a:lnTo>
                  <a:pt x="3460649" y="0"/>
                </a:lnTo>
                <a:cubicBezTo>
                  <a:pt x="3459700" y="1716429"/>
                  <a:pt x="3470325" y="3438646"/>
                  <a:pt x="3469376" y="5155075"/>
                </a:cubicBezTo>
                <a:lnTo>
                  <a:pt x="0" y="5143500"/>
                </a:lnTo>
                <a:close/>
              </a:path>
            </a:pathLst>
          </a:custGeom>
          <a:noFill/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B60B14CD-4A00-594A-AAD9-53EA942B52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5200" y="4579200"/>
            <a:ext cx="3484800" cy="453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900"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bristol.ac.uk/&lt;add </a:t>
            </a:r>
            <a:r>
              <a:rPr lang="en-US" err="1"/>
              <a:t>url</a:t>
            </a:r>
            <a:r>
              <a:rPr lang="en-US"/>
              <a:t>&gt;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697511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49E27-7CDD-4911-B193-EF1903B14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A19B5-91E3-4F4C-A589-6C6C950D6A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0800" y="1369219"/>
            <a:ext cx="4144050" cy="288845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053E6F-F562-4865-866C-DA32BD2446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4144050" cy="288845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69F488-B9A6-4E2A-A2EC-51E6AAB58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52901-F037-4335-90F2-449535D19421}" type="datetime1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BD270F-0A31-4F75-86AC-E8F4F8DB1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094246-1144-49DF-80C6-487F327DE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3A08AC-C1EC-5445-AB28-5F047F0DB56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5200" y="4579200"/>
            <a:ext cx="3484800" cy="453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900"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bristol.ac.uk/&lt;add </a:t>
            </a:r>
            <a:r>
              <a:rPr lang="en-US" err="1"/>
              <a:t>url</a:t>
            </a:r>
            <a:r>
              <a:rPr lang="en-US"/>
              <a:t>&gt;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74947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49E27-7CDD-4911-B193-EF1903B14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A19B5-91E3-4F4C-A589-6C6C950D6A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0800" y="1369219"/>
            <a:ext cx="4144050" cy="288845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69F488-B9A6-4E2A-A2EC-51E6AAB58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8A0A7-EE55-43F8-B9FF-48474BF01C62}" type="datetime1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BD270F-0A31-4F75-86AC-E8F4F8DB1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094246-1144-49DF-80C6-487F327DE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24EC5BB-E888-4D27-BEC1-966A6DA6EA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29600" y="1369219"/>
            <a:ext cx="4143600" cy="2888456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9CD2AA8-A7AF-544F-97FA-69AF0115308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5200" y="4579200"/>
            <a:ext cx="3484800" cy="453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900"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bristol.ac.uk/&lt;add </a:t>
            </a:r>
            <a:r>
              <a:rPr lang="en-US" err="1"/>
              <a:t>url</a:t>
            </a:r>
            <a:r>
              <a:rPr lang="en-US"/>
              <a:t>&gt;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636779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98CD2CEE-C7C6-454F-BABA-D3C681293B7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0800" y="335674"/>
            <a:ext cx="8402400" cy="3553088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0179F0-3632-4679-B6A5-46A0CB570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A1A33-3FCE-4155-9EE2-6FE5EF3C5DC7}" type="datetime1">
              <a:rPr lang="en-GB" smtClean="0"/>
              <a:t>13/04/2026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3D66F0-0409-41B5-8F0F-17515FC29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2F6746-0473-414F-B00B-B98335701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58813F-CBC4-43D6-900B-5F80FF478B19}"/>
              </a:ext>
            </a:extLst>
          </p:cNvPr>
          <p:cNvSpPr/>
          <p:nvPr userDrawn="1"/>
        </p:nvSpPr>
        <p:spPr>
          <a:xfrm>
            <a:off x="0" y="0"/>
            <a:ext cx="9144000" cy="422435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A113D54-2F93-4A2E-8BB5-789218AEB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8824" y="4348122"/>
            <a:ext cx="3143250" cy="690297"/>
          </a:xfrm>
        </p:spPr>
        <p:txBody>
          <a:bodyPr anchor="b"/>
          <a:lstStyle>
            <a:lvl1pPr>
              <a:defRPr sz="2400" b="0" i="0" cap="none" baseline="0">
                <a:latin typeface="Arial" panose="020B0604020202020204" pitchFamily="34" charset="0"/>
              </a:defRPr>
            </a:lvl1pPr>
          </a:lstStyle>
          <a:p>
            <a:r>
              <a:rPr lang="en-US"/>
              <a:t>Click to add</a:t>
            </a:r>
            <a:br>
              <a:rPr lang="en-US"/>
            </a:br>
            <a:r>
              <a:rPr lang="en-US"/>
              <a:t>image caption</a:t>
            </a:r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8FFA18-F149-0A48-9FB8-6C2B11B51F0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5200" y="4579200"/>
            <a:ext cx="3484800" cy="453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900"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bristol.ac.uk/&lt;add </a:t>
            </a:r>
            <a:r>
              <a:rPr lang="en-US" err="1"/>
              <a:t>url</a:t>
            </a:r>
            <a:r>
              <a:rPr lang="en-US"/>
              <a:t>&gt;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2956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666FB1-7EB8-48D4-BBC6-25C76E69E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9515F-EF3A-4544-A4C7-DB909F882D02}" type="datetime1">
              <a:rPr lang="en-GB" smtClean="0"/>
              <a:t>13/04/2026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08E062-8FFD-4BEA-9E4D-0665BABE6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FD1732-3E34-49BE-8B77-1A0F750E2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1DD2EA03-0958-4D81-9330-2608322C4FF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4000" cy="42672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full bleed picture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69A0CDB-B305-4654-820B-083E7FB4BF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8824" y="4348122"/>
            <a:ext cx="3143250" cy="690297"/>
          </a:xfrm>
        </p:spPr>
        <p:txBody>
          <a:bodyPr anchor="b"/>
          <a:lstStyle>
            <a:lvl1pPr>
              <a:defRPr sz="2400" b="0" i="0" cap="none" baseline="0">
                <a:latin typeface="Arial" panose="020B0604020202020204" pitchFamily="34" charset="0"/>
              </a:defRPr>
            </a:lvl1pPr>
          </a:lstStyle>
          <a:p>
            <a:r>
              <a:rPr lang="en-US"/>
              <a:t>Click to add</a:t>
            </a:r>
            <a:br>
              <a:rPr lang="en-US"/>
            </a:br>
            <a:r>
              <a:rPr lang="en-US"/>
              <a:t>image caption</a:t>
            </a:r>
            <a:endParaRPr lang="en-GB"/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9FC92C9B-A566-5746-8B37-73483CA9087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5200" y="4579200"/>
            <a:ext cx="3484800" cy="453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900"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bristol.ac.uk/&lt;add </a:t>
            </a:r>
            <a:r>
              <a:rPr lang="en-US" err="1"/>
              <a:t>url</a:t>
            </a:r>
            <a:r>
              <a:rPr lang="en-US"/>
              <a:t>&gt;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4629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4244F-AB7D-4A1B-B659-7C45DEE6D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21212D-E935-40DA-A8C3-8B44174E6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22975-2842-4F46-9E3A-BD83A4AB70A7}" type="datetime1">
              <a:rPr lang="en-GB" smtClean="0"/>
              <a:t>13/04/2026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684AF7-63FF-4F17-8CEC-05F9D0F11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C3E4AC-67E3-4249-9DF5-A4C70E5F1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1E47F59D-6A22-FA41-8C19-6774E8F92CD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5200" y="4579200"/>
            <a:ext cx="3484800" cy="453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900"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bristol.ac.uk/&lt;add </a:t>
            </a:r>
            <a:r>
              <a:rPr lang="en-US" err="1"/>
              <a:t>url</a:t>
            </a:r>
            <a:r>
              <a:rPr lang="en-US"/>
              <a:t>&gt;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75785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5926B6-9036-4126-AE1F-8A37EA53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0FE109-D549-48E1-9AC0-88A28FCC05A2}" type="datetime1">
              <a:rPr lang="en-GB" smtClean="0"/>
              <a:t>13/04/2026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9A293D-86F4-467C-A6B2-024611FA1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759A11-3108-4192-81AD-C415E0542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E1CF8-1877-4310-8670-A269E8016CA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63C5EA1-55AB-5E40-9DEF-74679B0447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5200" y="4579200"/>
            <a:ext cx="3484800" cy="453600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900"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bristol.ac.uk/&lt;add </a:t>
            </a:r>
            <a:r>
              <a:rPr lang="en-US" err="1"/>
              <a:t>url</a:t>
            </a:r>
            <a:r>
              <a:rPr lang="en-US"/>
              <a:t>&gt;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3161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7C7EFF-4B85-47B4-9AEE-BAC2AEA4E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00" y="273844"/>
            <a:ext cx="84024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/>
              <a:t>CLICK TO EDIT MASTER TITLE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BE355A-FC37-40C1-881B-11D9A87A1E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0800" y="1369219"/>
            <a:ext cx="8402400" cy="28949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C79F3-7BFD-4B2B-9937-D0CB01C01D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70800" y="4361092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4D2579E-D2B3-420A-972D-0CF396453095}" type="datetime1">
              <a:rPr lang="en-GB" smtClean="0"/>
              <a:pPr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D0D257-02C6-4B88-B728-A31860AD3C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15800" y="4361092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01B7CE-A778-4036-BB74-3EFF1FE745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1627" y="4771676"/>
            <a:ext cx="5400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7DE1CF8-1877-4310-8670-A269E8016CA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803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74" r:id="rId2"/>
    <p:sldLayoutId id="2147483670" r:id="rId3"/>
    <p:sldLayoutId id="2147483669" r:id="rId4"/>
    <p:sldLayoutId id="2147483672" r:id="rId5"/>
    <p:sldLayoutId id="2147483671" r:id="rId6"/>
    <p:sldLayoutId id="2147483673" r:id="rId7"/>
    <p:sldLayoutId id="2147483675" r:id="rId8"/>
    <p:sldLayoutId id="2147483676" r:id="rId9"/>
    <p:sldLayoutId id="2147483677" r:id="rId10"/>
    <p:sldLayoutId id="2147483678" r:id="rId11"/>
    <p:sldLayoutId id="2147483679" r:id="rId12"/>
    <p:sldLayoutId id="2147483680" r:id="rId13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b="1" i="0" kern="1200" baseline="0">
          <a:solidFill>
            <a:schemeClr val="tx1"/>
          </a:solidFill>
          <a:latin typeface="Arial Black" panose="020B0604020202020204" pitchFamily="34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SzPct val="85000"/>
        <a:buFont typeface="Wingdings" panose="05000000000000000000" pitchFamily="2" charset="2"/>
        <a:buChar char="§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–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SzPct val="85000"/>
        <a:buFont typeface="Wingdings" panose="05000000000000000000" pitchFamily="2" charset="2"/>
        <a:buChar char="Ø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Courier New" panose="02070309020205020404" pitchFamily="49" charset="0"/>
        <a:buChar char="o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7C7EFF-4B85-47B4-9AEE-BAC2AEA4E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00" y="273844"/>
            <a:ext cx="84024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BE355A-FC37-40C1-881B-11D9A87A1E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0800" y="1369219"/>
            <a:ext cx="8402400" cy="28949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C79F3-7BFD-4B2B-9937-D0CB01C01D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70800" y="4361092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4D2579E-D2B3-420A-972D-0CF396453095}" type="datetime1">
              <a:rPr lang="en-GB" smtClean="0"/>
              <a:pPr/>
              <a:t>13/04/2026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D0D257-02C6-4B88-B728-A31860AD3C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15800" y="4361092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01B7CE-A778-4036-BB74-3EFF1FE745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1627" y="4771676"/>
            <a:ext cx="5400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7DE1CF8-1877-4310-8670-A269E8016CA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9210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b="1" i="0" kern="1200" cap="all" baseline="0">
          <a:solidFill>
            <a:schemeClr val="tx1"/>
          </a:solidFill>
          <a:latin typeface="Arial Black" panose="020B0604020202020204" pitchFamily="34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SzPct val="85000"/>
        <a:buFont typeface="Wingdings" panose="05000000000000000000" pitchFamily="2" charset="2"/>
        <a:buChar char="§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–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SzPct val="85000"/>
        <a:buFont typeface="Wingdings" panose="05000000000000000000" pitchFamily="2" charset="2"/>
        <a:buChar char="Ø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Courier New" panose="02070309020205020404" pitchFamily="49" charset="0"/>
        <a:buChar char="o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4E278-8845-3B4C-90B8-21A5FC794C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latin typeface="Arial Black"/>
              </a:rPr>
              <a:t>Project Plan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C789E3-A5E1-C740-883E-2A3C2FE5E7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latin typeface="Arial"/>
                <a:cs typeface="Arial"/>
              </a:rPr>
              <a:t>EMEE20002 Project Plan Submission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78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379DA-9A1B-7399-C482-B2DA4D1C6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95B4243-0009-17F7-38E5-352CB185A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Autofit/>
          </a:bodyPr>
          <a:lstStyle/>
          <a:p>
            <a:r>
              <a:rPr lang="en-GB" sz="1400">
                <a:latin typeface="Arial Black"/>
              </a:rPr>
              <a:t>Project Charter</a:t>
            </a:r>
            <a:endParaRPr lang="en-GB" sz="140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7A75E3D-8EBA-7CAB-4C0F-07F6721E53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506629"/>
              </p:ext>
            </p:extLst>
          </p:nvPr>
        </p:nvGraphicFramePr>
        <p:xfrm>
          <a:off x="188976" y="170689"/>
          <a:ext cx="8784000" cy="44664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21280">
                  <a:extLst>
                    <a:ext uri="{9D8B030D-6E8A-4147-A177-3AD203B41FA5}">
                      <a16:colId xmlns:a16="http://schemas.microsoft.com/office/drawing/2014/main" val="132347428"/>
                    </a:ext>
                  </a:extLst>
                </a:gridCol>
                <a:gridCol w="1072896">
                  <a:extLst>
                    <a:ext uri="{9D8B030D-6E8A-4147-A177-3AD203B41FA5}">
                      <a16:colId xmlns:a16="http://schemas.microsoft.com/office/drawing/2014/main" val="426089892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1611013288"/>
                    </a:ext>
                  </a:extLst>
                </a:gridCol>
                <a:gridCol w="670560">
                  <a:extLst>
                    <a:ext uri="{9D8B030D-6E8A-4147-A177-3AD203B41FA5}">
                      <a16:colId xmlns:a16="http://schemas.microsoft.com/office/drawing/2014/main" val="1529360800"/>
                    </a:ext>
                  </a:extLst>
                </a:gridCol>
                <a:gridCol w="2681904">
                  <a:extLst>
                    <a:ext uri="{9D8B030D-6E8A-4147-A177-3AD203B41FA5}">
                      <a16:colId xmlns:a16="http://schemas.microsoft.com/office/drawing/2014/main" val="1826157324"/>
                    </a:ext>
                  </a:extLst>
                </a:gridCol>
              </a:tblGrid>
              <a:tr h="338289">
                <a:tc gridSpan="2">
                  <a:txBody>
                    <a:bodyPr/>
                    <a:lstStyle/>
                    <a:p>
                      <a:r>
                        <a:rPr lang="en-GB" sz="1000" b="1"/>
                        <a:t>Project Charter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C0B5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GB" sz="1000" b="1"/>
                        <a:t>Date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C0B5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GB" sz="1000" b="1"/>
                        <a:t>Date</a:t>
                      </a:r>
                    </a:p>
                    <a:p>
                      <a:pPr lvl="0">
                        <a:buNone/>
                      </a:pPr>
                      <a:r>
                        <a:rPr lang="en-GB" altLang="zh-CN" sz="1000" b="0"/>
                        <a:t>28/11/2025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C0B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1000" b="1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C0B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8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77064"/>
                  </a:ext>
                </a:extLst>
              </a:tr>
              <a:tr h="549720">
                <a:tc gridSpan="2">
                  <a:txBody>
                    <a:bodyPr/>
                    <a:lstStyle/>
                    <a:p>
                      <a:r>
                        <a:rPr lang="en-GB" sz="1000" b="1"/>
                        <a:t>Title</a:t>
                      </a:r>
                    </a:p>
                    <a:p>
                      <a:r>
                        <a:rPr lang="en-GB" sz="1000" b="0"/>
                        <a:t>FPGA Peak Detector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8E5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GB" sz="1000" b="1"/>
                        <a:t>Team ID</a:t>
                      </a:r>
                    </a:p>
                    <a:p>
                      <a:r>
                        <a:rPr lang="en-GB" sz="1000"/>
                        <a:t>[insert team here]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8E5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GB" sz="1000" b="1"/>
                        <a:t>Team ID</a:t>
                      </a:r>
                    </a:p>
                    <a:p>
                      <a:pPr lvl="0">
                        <a:buNone/>
                      </a:pPr>
                      <a:r>
                        <a:rPr lang="en-GB" sz="1000" b="0"/>
                        <a:t>Group 8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8E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10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8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b="1" dirty="0"/>
                        <a:t>Project Manager</a:t>
                      </a:r>
                    </a:p>
                    <a:p>
                      <a:r>
                        <a:rPr lang="en-GB" sz="1000" dirty="0"/>
                        <a:t>Xinrui Zhu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8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097024"/>
                  </a:ext>
                </a:extLst>
              </a:tr>
              <a:tr h="338289">
                <a:tc gridSpan="2">
                  <a:txBody>
                    <a:bodyPr/>
                    <a:lstStyle/>
                    <a:p>
                      <a:r>
                        <a:rPr lang="en-GB" sz="1000" b="1"/>
                        <a:t>Goals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C0B5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GB" sz="1000" b="1"/>
                        <a:t>Roles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C0B5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GB" sz="1000" b="1"/>
                        <a:t>Roles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C0B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1000" b="1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C0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b="1"/>
                        <a:t>Responsibilities</a:t>
                      </a:r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C0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4877642"/>
                  </a:ext>
                </a:extLst>
              </a:tr>
              <a:tr h="1677615">
                <a:tc gridSpan="2">
                  <a:txBody>
                    <a:bodyPr/>
                    <a:lstStyle/>
                    <a:p>
                      <a:r>
                        <a:rPr lang="en-GB" sz="1000" dirty="0"/>
                        <a:t>Design VHDL programmes to interpret user’s command and detect the peak value and six adjacent ones in a sequence up to 500 samples, then implement it on FPGA by the end of TB2.</a:t>
                      </a:r>
                    </a:p>
                    <a:p>
                      <a:pPr lvl="0">
                        <a:buNone/>
                      </a:pPr>
                      <a:endParaRPr lang="en-GB" sz="1000" b="1" i="0" u="none" strike="noStrike" noProof="0" dirty="0">
                        <a:latin typeface="-webkit-standard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8E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sz="10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8E5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0" i="0" u="none" strike="noStrike" noProof="0" dirty="0">
                          <a:latin typeface="+mn-lt"/>
                        </a:rPr>
                        <a:t>Xinrui Zhu: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000" b="0" i="0" u="none" strike="noStrike" noProof="0" dirty="0">
                          <a:latin typeface="+mn-lt"/>
                        </a:rPr>
                        <a:t>Leader of command processor (CP)</a:t>
                      </a:r>
                    </a:p>
                    <a:p>
                      <a:pPr marL="0" lvl="0" indent="0">
                        <a:buFont typeface="Arial" panose="020B0604020202020204" pitchFamily="34" charset="0"/>
                        <a:buNone/>
                      </a:pPr>
                      <a:r>
                        <a:rPr lang="en-GB" sz="1000" b="0" i="0" u="none" strike="noStrike" noProof="0" dirty="0">
                          <a:latin typeface="Arial"/>
                        </a:rPr>
                        <a:t>Yuan Ren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000" b="0" i="0" u="none" strike="noStrike" noProof="0" dirty="0">
                          <a:latin typeface="+mn-lt"/>
                        </a:rPr>
                        <a:t>CP implementer</a:t>
                      </a:r>
                    </a:p>
                    <a:p>
                      <a:pPr lvl="0">
                        <a:buNone/>
                      </a:pPr>
                      <a:r>
                        <a:rPr lang="en-GB" sz="1000" b="0" i="0" u="none" strike="noStrike" noProof="0" dirty="0">
                          <a:latin typeface="Arial"/>
                        </a:rPr>
                        <a:t>Julia Yang: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000" b="0" i="0" u="none" strike="noStrike" noProof="0" dirty="0">
                          <a:latin typeface="Arial"/>
                        </a:rPr>
                        <a:t>CP implementer</a:t>
                      </a:r>
                    </a:p>
                    <a:p>
                      <a:pPr lvl="0">
                        <a:buNone/>
                      </a:pPr>
                      <a:r>
                        <a:rPr lang="en-GB" sz="1000" b="0" i="0" u="none" strike="noStrike" noProof="0" dirty="0">
                          <a:latin typeface="+mn-lt"/>
                        </a:rPr>
                        <a:t>Xi Zhao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000" b="0" i="0" u="none" strike="noStrike" noProof="0" dirty="0">
                          <a:latin typeface="+mn-lt"/>
                        </a:rPr>
                        <a:t>Leader of data processor (DP)</a:t>
                      </a:r>
                      <a:endParaRPr lang="en-GB" sz="1000" b="0" i="0" u="none" strike="noStrike" noProof="0" dirty="0">
                        <a:latin typeface="Arial"/>
                      </a:endParaRPr>
                    </a:p>
                    <a:p>
                      <a:pPr lvl="0">
                        <a:buNone/>
                      </a:pPr>
                      <a:r>
                        <a:rPr lang="en-GB" sz="1000" b="0" i="0" u="none" strike="noStrike" noProof="0" dirty="0">
                          <a:latin typeface="Arial"/>
                        </a:rPr>
                        <a:t>Yuhao Jiang: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000" b="0" i="0" u="none" strike="noStrike" noProof="0" dirty="0">
                          <a:latin typeface="Arial"/>
                        </a:rPr>
                        <a:t>DP implementer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8E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sz="10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8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dirty="0"/>
                        <a:t>Xinrui Zhu: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000" dirty="0"/>
                        <a:t>CP architecture and ports define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Yuan Ren: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000" dirty="0"/>
                        <a:t>CP implementation on VHDL</a:t>
                      </a:r>
                    </a:p>
                    <a:p>
                      <a:pPr lvl="0">
                        <a:buNone/>
                      </a:pPr>
                      <a:r>
                        <a:rPr lang="en-GB" sz="1000" dirty="0"/>
                        <a:t>Julia Yang: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000" dirty="0"/>
                        <a:t>Integrate with FPGA Tx/Rx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Xi Zhao: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000" dirty="0"/>
                        <a:t>Design DP algorithm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Yuhao Jiang:</a:t>
                      </a:r>
                    </a:p>
                    <a:p>
                      <a:pPr marL="171450" marR="0" lvl="0" indent="-1714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GB" sz="1000" dirty="0"/>
                        <a:t>DP implementation on VHDL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8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60641"/>
                  </a:ext>
                </a:extLst>
              </a:tr>
              <a:tr h="338289">
                <a:tc>
                  <a:txBody>
                    <a:bodyPr/>
                    <a:lstStyle/>
                    <a:p>
                      <a:r>
                        <a:rPr lang="en-GB" sz="1000" b="1"/>
                        <a:t>In-Scope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C0B5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GB" sz="1000" b="1" dirty="0"/>
                        <a:t>Out-of-Scope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C0B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GB" sz="1000" b="1"/>
                        <a:t>Stakeholders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C0B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sz="1000" b="1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C0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537897"/>
                  </a:ext>
                </a:extLst>
              </a:tr>
              <a:tr h="116631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Data processor RTL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Command processor RTL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FPGA synthesis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Test and verification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8E5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Testbenches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Data generator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Serial communication of Tx/Rx on FPGA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8E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All teammates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 err="1"/>
                        <a:t>Dr.</a:t>
                      </a:r>
                      <a:r>
                        <a:rPr lang="en-GB" sz="1000" dirty="0"/>
                        <a:t> Roshan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 err="1"/>
                        <a:t>Dr.</a:t>
                      </a:r>
                      <a:r>
                        <a:rPr lang="en-GB" sz="1000" dirty="0"/>
                        <a:t> Karameh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Teaching assistants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8E5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8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6825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3399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20A30-81A9-49B9-A317-5133CE0BB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4525E-1537-B6D6-1C5D-5FB261B88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latin typeface="Arial Black"/>
              </a:rPr>
              <a:t>Work Breakdown Structure</a:t>
            </a:r>
            <a:endParaRPr lang="en-US"/>
          </a:p>
        </p:txBody>
      </p:sp>
      <p:graphicFrame>
        <p:nvGraphicFramePr>
          <p:cNvPr id="3" name="SmartArt">
            <a:extLst>
              <a:ext uri="{FF2B5EF4-FFF2-40B4-BE49-F238E27FC236}">
                <a16:creationId xmlns:a16="http://schemas.microsoft.com/office/drawing/2014/main" id="{DED83488-D4BA-E06C-B6B9-FC33696831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8063431"/>
              </p:ext>
            </p:extLst>
          </p:nvPr>
        </p:nvGraphicFramePr>
        <p:xfrm>
          <a:off x="370800" y="1305946"/>
          <a:ext cx="8402400" cy="330959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457C902-0858-0819-3A2D-110C01862B08}"/>
              </a:ext>
            </a:extLst>
          </p:cNvPr>
          <p:cNvSpPr txBox="1"/>
          <p:nvPr/>
        </p:nvSpPr>
        <p:spPr>
          <a:xfrm>
            <a:off x="370800" y="1268016"/>
            <a:ext cx="1314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DP: Data Processor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376292-851D-FB98-444D-E423236471FA}"/>
              </a:ext>
            </a:extLst>
          </p:cNvPr>
          <p:cNvSpPr txBox="1"/>
          <p:nvPr/>
        </p:nvSpPr>
        <p:spPr>
          <a:xfrm>
            <a:off x="370800" y="1552167"/>
            <a:ext cx="16498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CP: Command Processor</a:t>
            </a:r>
          </a:p>
        </p:txBody>
      </p:sp>
    </p:spTree>
    <p:extLst>
      <p:ext uri="{BB962C8B-B14F-4D97-AF65-F5344CB8AC3E}">
        <p14:creationId xmlns:p14="http://schemas.microsoft.com/office/powerpoint/2010/main" val="3378244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1DEE0-93E2-8D83-B54F-7450167BC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EE8E7-6476-146C-EA28-5EBB24E4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 Black"/>
              </a:rPr>
              <a:t>New Work Breakdown Structure</a:t>
            </a:r>
            <a:endParaRPr lang="en-US" dirty="0"/>
          </a:p>
        </p:txBody>
      </p:sp>
      <p:graphicFrame>
        <p:nvGraphicFramePr>
          <p:cNvPr id="3" name="SmartArt">
            <a:extLst>
              <a:ext uri="{FF2B5EF4-FFF2-40B4-BE49-F238E27FC236}">
                <a16:creationId xmlns:a16="http://schemas.microsoft.com/office/drawing/2014/main" id="{12E52880-F9D3-43FB-C643-9B6170F72A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28226168"/>
              </p:ext>
            </p:extLst>
          </p:nvPr>
        </p:nvGraphicFramePr>
        <p:xfrm>
          <a:off x="370800" y="1305946"/>
          <a:ext cx="8402400" cy="330959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E023172-61D4-569A-99B7-D5C50374A362}"/>
              </a:ext>
            </a:extLst>
          </p:cNvPr>
          <p:cNvSpPr txBox="1"/>
          <p:nvPr/>
        </p:nvSpPr>
        <p:spPr>
          <a:xfrm>
            <a:off x="370800" y="1268016"/>
            <a:ext cx="1314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DP: Data Processor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BB111-BBA7-1C1F-0F63-B8A222ED497F}"/>
              </a:ext>
            </a:extLst>
          </p:cNvPr>
          <p:cNvSpPr txBox="1"/>
          <p:nvPr/>
        </p:nvSpPr>
        <p:spPr>
          <a:xfrm>
            <a:off x="370800" y="1552167"/>
            <a:ext cx="16498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CP: Command Processor</a:t>
            </a:r>
          </a:p>
        </p:txBody>
      </p:sp>
    </p:spTree>
    <p:extLst>
      <p:ext uri="{BB962C8B-B14F-4D97-AF65-F5344CB8AC3E}">
        <p14:creationId xmlns:p14="http://schemas.microsoft.com/office/powerpoint/2010/main" val="517785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A3E1C-4050-A46F-B9FD-A47812319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2CB5-65EB-D9BB-2CA8-8C7FD379C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00" y="273844"/>
            <a:ext cx="8402400" cy="994172"/>
          </a:xfrm>
        </p:spPr>
        <p:txBody>
          <a:bodyPr anchor="ctr">
            <a:normAutofit/>
          </a:bodyPr>
          <a:lstStyle/>
          <a:p>
            <a:r>
              <a:rPr lang="en-GB" dirty="0"/>
              <a:t>Project Timeline</a:t>
            </a:r>
            <a:endParaRPr lang="en-US" dirty="0"/>
          </a:p>
        </p:txBody>
      </p:sp>
      <p:pic>
        <p:nvPicPr>
          <p:cNvPr id="4" name="Picture 3" descr="A screenshot of a project management&#10;&#10;Description automatically generated">
            <a:extLst>
              <a:ext uri="{FF2B5EF4-FFF2-40B4-BE49-F238E27FC236}">
                <a16:creationId xmlns:a16="http://schemas.microsoft.com/office/drawing/2014/main" id="{5A433888-DC7C-1369-C8C2-E329673E7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498" y="979715"/>
            <a:ext cx="5599003" cy="3687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728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F5160-576B-DE8B-E986-9796ED1EC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06FA4-0389-23C6-A2C4-55C2F82B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latin typeface="Arial Black"/>
              </a:rPr>
              <a:t>Risk Register</a:t>
            </a:r>
            <a:endParaRPr lang="en-GB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803578E-E1E1-5235-B771-946F46D4D6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296852"/>
              </p:ext>
            </p:extLst>
          </p:nvPr>
        </p:nvGraphicFramePr>
        <p:xfrm>
          <a:off x="371475" y="1370013"/>
          <a:ext cx="8401025" cy="2346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7068">
                  <a:extLst>
                    <a:ext uri="{9D8B030D-6E8A-4147-A177-3AD203B41FA5}">
                      <a16:colId xmlns:a16="http://schemas.microsoft.com/office/drawing/2014/main" val="343774850"/>
                    </a:ext>
                  </a:extLst>
                </a:gridCol>
                <a:gridCol w="963159">
                  <a:extLst>
                    <a:ext uri="{9D8B030D-6E8A-4147-A177-3AD203B41FA5}">
                      <a16:colId xmlns:a16="http://schemas.microsoft.com/office/drawing/2014/main" val="2830048338"/>
                    </a:ext>
                  </a:extLst>
                </a:gridCol>
                <a:gridCol w="1862879">
                  <a:extLst>
                    <a:ext uri="{9D8B030D-6E8A-4147-A177-3AD203B41FA5}">
                      <a16:colId xmlns:a16="http://schemas.microsoft.com/office/drawing/2014/main" val="234589273"/>
                    </a:ext>
                  </a:extLst>
                </a:gridCol>
                <a:gridCol w="694620">
                  <a:extLst>
                    <a:ext uri="{9D8B030D-6E8A-4147-A177-3AD203B41FA5}">
                      <a16:colId xmlns:a16="http://schemas.microsoft.com/office/drawing/2014/main" val="2789606164"/>
                    </a:ext>
                  </a:extLst>
                </a:gridCol>
                <a:gridCol w="694620">
                  <a:extLst>
                    <a:ext uri="{9D8B030D-6E8A-4147-A177-3AD203B41FA5}">
                      <a16:colId xmlns:a16="http://schemas.microsoft.com/office/drawing/2014/main" val="2923248869"/>
                    </a:ext>
                  </a:extLst>
                </a:gridCol>
                <a:gridCol w="694620">
                  <a:extLst>
                    <a:ext uri="{9D8B030D-6E8A-4147-A177-3AD203B41FA5}">
                      <a16:colId xmlns:a16="http://schemas.microsoft.com/office/drawing/2014/main" val="1681304311"/>
                    </a:ext>
                  </a:extLst>
                </a:gridCol>
                <a:gridCol w="1943624">
                  <a:extLst>
                    <a:ext uri="{9D8B030D-6E8A-4147-A177-3AD203B41FA5}">
                      <a16:colId xmlns:a16="http://schemas.microsoft.com/office/drawing/2014/main" val="2934667186"/>
                    </a:ext>
                  </a:extLst>
                </a:gridCol>
                <a:gridCol w="780435">
                  <a:extLst>
                    <a:ext uri="{9D8B030D-6E8A-4147-A177-3AD203B41FA5}">
                      <a16:colId xmlns:a16="http://schemas.microsoft.com/office/drawing/2014/main" val="63891831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sz="80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Raised 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Likelihood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Severity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/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/>
                        <a:t>Mitigation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/>
                        <a:t>Owner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1519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800" dirty="0"/>
                        <a:t>28/11/2025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800" dirty="0"/>
                        <a:t>Xi Zhao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800" dirty="0"/>
                        <a:t>Member doesn’t complete his own work before a certain deadline.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8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/>
                        <a:t>Arrange weekly meeting to check individual’s progress.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Xi Zhao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12574"/>
                  </a:ext>
                </a:extLst>
              </a:tr>
              <a:tr h="31186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28/11/2025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Xinrui Zhu, Yuan Ren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Simulation result doesn’t meet expectation. (e.g. can’t detect peak)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/>
                        <a:t>Draft the code after the algorithm is finished, pay attention to syntax errors.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Xinrui Zhu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54844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28/11/2025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Xinrui Zhu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FPGA timing doesn’t converge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Get familiar with FPGA workflow from lectures.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Xinrui Zhu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2536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28/11/2025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Yuan Ren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Team member becomes unavailable (e.g. accidentally injured)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Optimise work distribution and prepare for online collaboration.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Yuan Ren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432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29/11/2025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Yuhao Jiang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CN" sz="800" dirty="0"/>
                        <a:t>FPGA board is malfunctioned or damaged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Test the functions at first time, contact university staff for replacement early.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Yuhao Jiang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52571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01/12/2025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Julia Yang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noProof="0" dirty="0">
                          <a:latin typeface="+mn-lt"/>
                        </a:rPr>
                        <a:t>Inconsistent coding styles of developers leads to inconsistent module interfaces</a:t>
                      </a:r>
                      <a:endParaRPr lang="en-US" altLang="zh-CN" sz="800" b="0" i="0" u="none" strike="noStrike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b="0" i="0" u="none" strike="noStrike" noProof="0" dirty="0">
                          <a:latin typeface="+mn-lt"/>
                        </a:rPr>
                        <a:t>Write ReadMe document to define essential specs, add comments next to critical code sections.</a:t>
                      </a:r>
                      <a:endParaRPr lang="zh-CN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GB" sz="800" dirty="0"/>
                        <a:t>Julia Yang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72225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9381838"/>
      </p:ext>
    </p:extLst>
  </p:cSld>
  <p:clrMapOvr>
    <a:masterClrMapping/>
  </p:clrMapOvr>
</p:sld>
</file>

<file path=ppt/theme/theme1.xml><?xml version="1.0" encoding="utf-8"?>
<a:theme xmlns:a="http://schemas.openxmlformats.org/drawingml/2006/main" name="University of Bristol (Main URL)">
  <a:themeElements>
    <a:clrScheme name="University of Bristol">
      <a:dk1>
        <a:sysClr val="windowText" lastClr="000000"/>
      </a:dk1>
      <a:lt1>
        <a:sysClr val="window" lastClr="FFFFFF"/>
      </a:lt1>
      <a:dk2>
        <a:srgbClr val="AB1F2D"/>
      </a:dk2>
      <a:lt2>
        <a:srgbClr val="E3E6E5"/>
      </a:lt2>
      <a:accent1>
        <a:srgbClr val="00C0B5"/>
      </a:accent1>
      <a:accent2>
        <a:srgbClr val="0CC6DE"/>
      </a:accent2>
      <a:accent3>
        <a:srgbClr val="EE7219"/>
      </a:accent3>
      <a:accent4>
        <a:srgbClr val="9278D1"/>
      </a:accent4>
      <a:accent5>
        <a:srgbClr val="E0249A"/>
      </a:accent5>
      <a:accent6>
        <a:srgbClr val="BED600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5" id="{242F8F13-2998-DF4F-BD55-F97E0348F1D9}" vid="{F083564A-2207-4647-8BE4-8FD103A87836}"/>
    </a:ext>
  </a:extLst>
</a:theme>
</file>

<file path=ppt/theme/theme2.xml><?xml version="1.0" encoding="utf-8"?>
<a:theme xmlns:a="http://schemas.openxmlformats.org/drawingml/2006/main" name="University of Bristol (Custom URL)">
  <a:themeElements>
    <a:clrScheme name="University of Bristol">
      <a:dk1>
        <a:sysClr val="windowText" lastClr="000000"/>
      </a:dk1>
      <a:lt1>
        <a:sysClr val="window" lastClr="FFFFFF"/>
      </a:lt1>
      <a:dk2>
        <a:srgbClr val="AB1F2D"/>
      </a:dk2>
      <a:lt2>
        <a:srgbClr val="E3E6E5"/>
      </a:lt2>
      <a:accent1>
        <a:srgbClr val="00C0B5"/>
      </a:accent1>
      <a:accent2>
        <a:srgbClr val="0CC6DE"/>
      </a:accent2>
      <a:accent3>
        <a:srgbClr val="EE7219"/>
      </a:accent3>
      <a:accent4>
        <a:srgbClr val="9278D1"/>
      </a:accent4>
      <a:accent5>
        <a:srgbClr val="E0249A"/>
      </a:accent5>
      <a:accent6>
        <a:srgbClr val="BED600"/>
      </a:accent6>
      <a:hlink>
        <a:srgbClr val="0563C1"/>
      </a:hlink>
      <a:folHlink>
        <a:srgbClr val="954F72"/>
      </a:folHlink>
    </a:clrScheme>
    <a:fontScheme name="University of Bristol">
      <a:majorFont>
        <a:latin typeface="Sanchez Regular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5" id="{242F8F13-2998-DF4F-BD55-F97E0348F1D9}" vid="{2CA93492-6BF1-6943-AC27-762D379CC76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db9d0e4-5370-4cfb-9e4e-bdf6de379f60" xsi:nil="true"/>
    <lcf76f155ced4ddcb4097134ff3c332f xmlns="73a3add5-6b09-4a56-9bc7-30af613c1337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B05D75436A52549B7ED19092B2E07A8" ma:contentTypeVersion="16" ma:contentTypeDescription="Create a new document." ma:contentTypeScope="" ma:versionID="b4a12d028d0d35f855902b0273bea3d9">
  <xsd:schema xmlns:xsd="http://www.w3.org/2001/XMLSchema" xmlns:xs="http://www.w3.org/2001/XMLSchema" xmlns:p="http://schemas.microsoft.com/office/2006/metadata/properties" xmlns:ns2="73a3add5-6b09-4a56-9bc7-30af613c1337" xmlns:ns3="edb9d0e4-5370-4cfb-9e4e-bdf6de379f60" xmlns:ns4="d1cf97c3-d43a-41a1-b8e4-c0cfd6ebd5e1" targetNamespace="http://schemas.microsoft.com/office/2006/metadata/properties" ma:root="true" ma:fieldsID="eb69909cf4d4fa141250888533ddd8b3" ns2:_="" ns3:_="" ns4:_="">
    <xsd:import namespace="73a3add5-6b09-4a56-9bc7-30af613c1337"/>
    <xsd:import namespace="edb9d0e4-5370-4cfb-9e4e-bdf6de379f60"/>
    <xsd:import namespace="d1cf97c3-d43a-41a1-b8e4-c0cfd6ebd5e1"/>
    <xsd:element name="properties">
      <xsd:complexType>
        <xsd:sequence>
          <xsd:element name="documentManagement">
            <xsd:complexType>
              <xsd:all>
                <xsd:element ref="ns2:MediaServiceAutoTags" minOccurs="0"/>
                <xsd:element ref="ns2:MediaServiceOCR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4:SharedWithUsers" minOccurs="0"/>
                <xsd:element ref="ns4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a3add5-6b09-4a56-9bc7-30af613c1337" elementFormDefault="qualified">
    <xsd:import namespace="http://schemas.microsoft.com/office/2006/documentManagement/types"/>
    <xsd:import namespace="http://schemas.microsoft.com/office/infopath/2007/PartnerControls"/>
    <xsd:element name="MediaServiceAutoTags" ma:index="8" nillable="true" ma:displayName="Tags" ma:description="" ma:internalName="MediaServiceAutoTags" ma:readOnly="true">
      <xsd:simpleType>
        <xsd:restriction base="dms:Text"/>
      </xsd:simpleType>
    </xsd:element>
    <xsd:element name="MediaServiceOCR" ma:index="9" nillable="true" ma:displayName="Extracted Text" ma:description="" ma:internalName="MediaServiceOCR" ma:readOnly="true">
      <xsd:simpleType>
        <xsd:restriction base="dms:Note">
          <xsd:maxLength value="255"/>
        </xsd:restriction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dd084387-097e-4aef-8f33-0dee7b0eb5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b9d0e4-5370-4cfb-9e4e-bdf6de379f60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2d97a6e6-d1a5-4f5a-9617-3779127589de}" ma:internalName="TaxCatchAll" ma:showField="CatchAllData" ma:web="db58e496-3217-4c2e-99be-bae25f41cc0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1cf97c3-d43a-41a1-b8e4-c0cfd6ebd5e1" elementFormDefault="qualified">
    <xsd:import namespace="http://schemas.microsoft.com/office/2006/documentManagement/types"/>
    <xsd:import namespace="http://schemas.microsoft.com/office/infopath/2007/PartnerControls"/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3D93B44-5625-45D9-92B6-45F8BD71316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C7FBB47-7CAF-49C9-9A22-ADC671AD2370}">
  <ds:schemaRefs>
    <ds:schemaRef ds:uri="http://www.w3.org/XML/1998/namespace"/>
    <ds:schemaRef ds:uri="edb9d0e4-5370-4cfb-9e4e-bdf6de379f60"/>
    <ds:schemaRef ds:uri="http://purl.org/dc/elements/1.1/"/>
    <ds:schemaRef ds:uri="http://purl.org/dc/dcmitype/"/>
    <ds:schemaRef ds:uri="http://schemas.microsoft.com/office/2006/metadata/properties"/>
    <ds:schemaRef ds:uri="http://schemas.microsoft.com/office/2006/documentManagement/types"/>
    <ds:schemaRef ds:uri="d1cf97c3-d43a-41a1-b8e4-c0cfd6ebd5e1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73a3add5-6b09-4a56-9bc7-30af613c1337"/>
  </ds:schemaRefs>
</ds:datastoreItem>
</file>

<file path=customXml/itemProps3.xml><?xml version="1.0" encoding="utf-8"?>
<ds:datastoreItem xmlns:ds="http://schemas.openxmlformats.org/officeDocument/2006/customXml" ds:itemID="{13F9D86A-1C4E-4919-943A-A9552BA4B277}">
  <ds:schemaRefs>
    <ds:schemaRef ds:uri="73a3add5-6b09-4a56-9bc7-30af613c1337"/>
    <ds:schemaRef ds:uri="d1cf97c3-d43a-41a1-b8e4-c0cfd6ebd5e1"/>
    <ds:schemaRef ds:uri="edb9d0e4-5370-4cfb-9e4e-bdf6de379f6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University of Bristol (Main URL)</Template>
  <TotalTime>212</TotalTime>
  <Words>489</Words>
  <Application>Microsoft Macintosh PowerPoint</Application>
  <PresentationFormat>On-screen Show (16:9)</PresentationFormat>
  <Paragraphs>169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-webkit-standard</vt:lpstr>
      <vt:lpstr>Arial</vt:lpstr>
      <vt:lpstr>Arial Black</vt:lpstr>
      <vt:lpstr>Calibri</vt:lpstr>
      <vt:lpstr>Courier New</vt:lpstr>
      <vt:lpstr>Helvetica Neue</vt:lpstr>
      <vt:lpstr>Wingdings</vt:lpstr>
      <vt:lpstr>University of Bristol (Main URL)</vt:lpstr>
      <vt:lpstr>University of Bristol (Custom URL)</vt:lpstr>
      <vt:lpstr>Project Plan</vt:lpstr>
      <vt:lpstr>Project Charter</vt:lpstr>
      <vt:lpstr>Work Breakdown Structure</vt:lpstr>
      <vt:lpstr>New Work Breakdown Structure</vt:lpstr>
      <vt:lpstr>Project Timeline</vt:lpstr>
      <vt:lpstr>Risk Register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Maria Lee-Warren</dc:creator>
  <cp:lastModifiedBy>Xinrui Zhu</cp:lastModifiedBy>
  <cp:revision>4</cp:revision>
  <dcterms:created xsi:type="dcterms:W3CDTF">2022-10-18T14:37:12Z</dcterms:created>
  <dcterms:modified xsi:type="dcterms:W3CDTF">2026-04-13T11:28:50Z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0x0101001B05D75436A52549B7ED19092B2E07A8</vt:lpwstr>
  </property>
  <property fmtid="{D5CDD505-2E9C-101B-9397-08002B2CF9AE}" pid="3" name="MediaServiceImageTags">
    <vt:lpwstr/>
  </property>
</Properties>
</file>