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09" r:id="rId5"/>
  </p:sldMasterIdLst>
  <p:notesMasterIdLst>
    <p:notesMasterId r:id="rId11"/>
  </p:notesMasterIdLst>
  <p:sldIdLst>
    <p:sldId id="256" r:id="rId6"/>
    <p:sldId id="319" r:id="rId7"/>
    <p:sldId id="328" r:id="rId8"/>
    <p:sldId id="325" r:id="rId9"/>
    <p:sldId id="321" r:id="rId1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DA3"/>
    <a:srgbClr val="A91F2E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A75863-BBC3-4943-866A-71E99143DAED}" v="426" dt="2025-12-03T23:02:32.1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720"/>
  </p:normalViewPr>
  <p:slideViewPr>
    <p:cSldViewPr snapToGrid="0">
      <p:cViewPr varScale="1">
        <p:scale>
          <a:sx n="134" d="100"/>
          <a:sy n="134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060C9-4F9C-4633-A8C3-6F32FC22451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6E3B70A-2B3C-4CB6-8258-F783A8D947BE}">
      <dgm:prSet phldrT="[文本]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gm:t>
    </dgm:pt>
    <dgm:pt modelId="{A152F6D8-1644-44AB-B4CE-1C4D046D5A4A}" type="par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77F130DE-2F9F-4FDB-AE03-611F0BF8CB81}" type="sib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2D501A6C-CB1C-42AF-A2B4-95A7ADFD6EB8}">
      <dgm:prSet phldrT="[文本]" phldr="0" custT="1"/>
      <dgm:spPr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gm:t>
    </dgm:pt>
    <dgm:pt modelId="{47D56DEB-1BD9-431C-A9F1-63D6F6A8099D}" type="par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D5832A88-F911-4DAF-9868-E6D6974C1FA6}" type="sib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E19E024F-CBA0-486F-8154-B476C77F0020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gm:t>
    </dgm:pt>
    <dgm:pt modelId="{2905B16C-77D4-4CB9-8BFC-781286174F38}" type="par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ADDD845D-4CD4-4B3F-AB2B-4E39F9B0BFA6}" type="sib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7A7C0BE4-DBF4-4822-AD17-934CD1F18143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gm:t>
    </dgm:pt>
    <dgm:pt modelId="{6481E83F-D673-4C63-B7D8-46D56BB0E885}" type="par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A7065659-1105-4D12-9D2C-015272F3B2AB}" type="sibTrans" cxnId="{C6973C19-CDF2-4B16-A71E-DE2603511778}">
      <dgm:prSet/>
      <dgm:spPr/>
      <dgm:t>
        <a:bodyPr/>
        <a:lstStyle/>
        <a:p>
          <a:endParaRPr lang="zh-CN" altLang="en-US"/>
        </a:p>
      </dgm:t>
    </dgm:pt>
    <dgm:pt modelId="{0DA66697-6CB8-4EF4-A2AD-2BBD93CD515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gm:t>
    </dgm:pt>
    <dgm:pt modelId="{04B99688-13A1-49D0-BBA7-055FD790B623}" type="par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DAFBD978-87A9-4498-9C9C-F298390007C0}" type="sibTrans" cxnId="{11B684B2-13E7-486E-AD86-28B9159AF260}">
      <dgm:prSet/>
      <dgm:spPr/>
      <dgm:t>
        <a:bodyPr/>
        <a:lstStyle/>
        <a:p>
          <a:endParaRPr lang="zh-CN" altLang="en-US"/>
        </a:p>
      </dgm:t>
    </dgm:pt>
    <dgm:pt modelId="{AC7B98EA-B026-4F08-8052-EC037FB5D7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gm:t>
    </dgm:pt>
    <dgm:pt modelId="{184A1767-DA0B-466E-A9D1-FB42AE272BD1}" type="par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051A0850-0203-443D-AB2E-9CD76C243A2A}" type="sib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5464455F-FE27-4E2B-B770-7475AE342F4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gm:t>
    </dgm:pt>
    <dgm:pt modelId="{1DB38FF9-3325-4F16-A9E6-F84CAFC8FF0F}" type="par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CB17FA13-D2CE-4421-AB75-8AED2E20FEAB}" type="sib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62693056-0B0D-4626-992C-051F2E792B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gm:t>
    </dgm:pt>
    <dgm:pt modelId="{ED448E46-0EEB-443E-8BA7-D1038693D95C}" type="par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8DEAB065-FB29-4E96-9A29-52D8AF714414}" type="sib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0DDEBA6E-DCFC-429B-A5C1-48821249934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gm:t>
    </dgm:pt>
    <dgm:pt modelId="{8180F4DF-4810-4E67-9CAB-CCD290DBCE0F}" type="par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16B3C329-B8C0-4428-8664-5870E397FCAD}" type="sibTrans" cxnId="{A180804F-D9B2-42D8-8DA9-ACA14774B0C1}">
      <dgm:prSet/>
      <dgm:spPr/>
      <dgm:t>
        <a:bodyPr/>
        <a:lstStyle/>
        <a:p>
          <a:endParaRPr lang="zh-CN" altLang="en-US"/>
        </a:p>
      </dgm:t>
    </dgm:pt>
    <dgm:pt modelId="{944D8054-A2B7-4299-B693-A3F41E66066D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gm:t>
    </dgm:pt>
    <dgm:pt modelId="{9A27FA61-BD83-43D4-A894-AE1B5F6799DC}" type="par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F96B9A4F-6160-4779-A99D-6740BC85ABD3}" type="sib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A211AE1B-2D58-430E-81A9-7470B99FFD0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gm:t>
    </dgm:pt>
    <dgm:pt modelId="{BFB00E75-F2D1-4CB4-B8D1-919071F74C94}" type="par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6A3B6749-EA12-4BAD-B846-9950C88DD2D0}" type="sib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009318C8-8591-4C1B-891A-490442B47FAF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 rtl="0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gm:t>
    </dgm:pt>
    <dgm:pt modelId="{5942B258-29FD-4AB2-923C-2F985D439EC7}" type="par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106EE8BD-0836-4913-8CF4-BDFF274B9C5F}" type="sib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D87E956D-0547-4128-AFF1-BD73C88E3683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gm:t>
    </dgm:pt>
    <dgm:pt modelId="{96DF1B58-6C96-457F-B9C5-CA7F883CA9C3}" type="par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B3B0C96C-471B-4169-AD62-020428869CE6}" type="sib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C4CA07C3-E713-4CD5-8BC0-C3536C8A44AA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gm:t>
    </dgm:pt>
    <dgm:pt modelId="{2EF0AAD6-7F59-4A6B-A71D-0B0DF363F5B2}" type="par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E6A619D5-1A07-4FD0-B648-B441F5CE4731}" type="sib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D69A1BCA-7F2E-4B66-AD87-7F8F5F0E712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gm:t>
    </dgm:pt>
    <dgm:pt modelId="{829EEEF6-E0FC-4E2A-B21E-EE176E5A1308}" type="par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438237A3-3033-4761-A96A-C29437511893}" type="sib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BD93D27F-6DCB-4C5E-ABB8-D1EEE6ED99C8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gm:t>
    </dgm:pt>
    <dgm:pt modelId="{E1B10AF9-0298-4395-94AA-D492910DB747}" type="par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74BBCA0F-EE83-4112-B4AF-E47662E275ED}" type="sibTrans" cxnId="{8015BCCA-10A8-4CD6-9470-22AB4F79C854}">
      <dgm:prSet/>
      <dgm:spPr/>
      <dgm:t>
        <a:bodyPr/>
        <a:lstStyle/>
        <a:p>
          <a:endParaRPr lang="zh-CN" altLang="en-US"/>
        </a:p>
      </dgm:t>
    </dgm:pt>
    <dgm:pt modelId="{F1726AEE-CE55-4BB4-A8AA-8800550F371C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gm:t>
    </dgm:pt>
    <dgm:pt modelId="{857F5033-3184-434C-A9F8-AE89C1A4F85B}" type="par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2947866A-7DB9-448A-BB18-851AB646993F}" type="sibTrans" cxnId="{C9EDCA09-D2AE-4E56-8A7D-28BD341B13B8}">
      <dgm:prSet/>
      <dgm:spPr/>
      <dgm:t>
        <a:bodyPr/>
        <a:lstStyle/>
        <a:p>
          <a:endParaRPr lang="zh-CN" altLang="en-US"/>
        </a:p>
      </dgm:t>
    </dgm:pt>
    <dgm:pt modelId="{AE733884-D7E6-46AE-8BC0-0E2A02161842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gm:t>
    </dgm:pt>
    <dgm:pt modelId="{80A5AAE1-3016-4C2B-BC6F-F5B7F86617C3}" type="par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FB779B04-70CA-4845-AC31-42114BF03D96}" type="sibTrans" cxnId="{FE0765F2-9ED6-410C-B560-E92D00792803}">
      <dgm:prSet/>
      <dgm:spPr/>
      <dgm:t>
        <a:bodyPr/>
        <a:lstStyle/>
        <a:p>
          <a:endParaRPr lang="zh-CN" altLang="en-US"/>
        </a:p>
      </dgm:t>
    </dgm:pt>
    <dgm:pt modelId="{4B84B45B-D670-4CE0-9EF1-C767B22A205B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gm:t>
    </dgm:pt>
    <dgm:pt modelId="{4D8B2F02-1A81-4923-BE0D-CAFD2584068C}" type="par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0DDAB7B8-7757-4B24-A169-BA3960F6476F}" type="sibTrans" cxnId="{E4B7F06E-0F93-4044-8473-DF677019E61C}">
      <dgm:prSet/>
      <dgm:spPr/>
      <dgm:t>
        <a:bodyPr/>
        <a:lstStyle/>
        <a:p>
          <a:endParaRPr lang="zh-CN" altLang="en-US"/>
        </a:p>
      </dgm:t>
    </dgm:pt>
    <dgm:pt modelId="{49CB201D-86A2-4F12-916B-6ADD2617F8F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gm:t>
    </dgm:pt>
    <dgm:pt modelId="{92827E6D-CF61-4C2B-8B33-2C38F2110338}" type="par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C369EC8E-AE0F-4C7C-9CFE-FE2FFC25AB90}" type="sibTrans" cxnId="{92E547C6-6E28-467F-9E4D-A85F618D7BD6}">
      <dgm:prSet/>
      <dgm:spPr/>
      <dgm:t>
        <a:bodyPr/>
        <a:lstStyle/>
        <a:p>
          <a:endParaRPr lang="zh-CN" altLang="en-US"/>
        </a:p>
      </dgm:t>
    </dgm:pt>
    <dgm:pt modelId="{EC5B6BA5-8B27-48D1-BC34-DC94FCB181D7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gm:t>
    </dgm:pt>
    <dgm:pt modelId="{CF9B5626-7FB7-4F12-A803-E460767C759A}" type="par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87667234-7A9B-46BC-8C96-00011C04A33C}" type="sib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A7FE76EE-D1E0-4C85-BEBD-F4F35AA4EDA6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gm:t>
    </dgm:pt>
    <dgm:pt modelId="{C1E04D17-FEB3-44A1-A150-3C166055A6D8}" type="par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BEF9C721-5308-4AD3-A7CD-6464BFB7074B}" type="sibTrans" cxnId="{1C70456B-1821-4DF8-9C1B-569B50522D3C}">
      <dgm:prSet/>
      <dgm:spPr/>
      <dgm:t>
        <a:bodyPr/>
        <a:lstStyle/>
        <a:p>
          <a:endParaRPr lang="zh-CN" altLang="en-US"/>
        </a:p>
      </dgm:t>
    </dgm:pt>
    <dgm:pt modelId="{0ACAFAE2-734D-4E92-8B74-50F530A39721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gm:t>
    </dgm:pt>
    <dgm:pt modelId="{57E80165-04C5-4256-8733-48B3E2C07CCD}" type="par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FBC27EE3-E2ED-4AE4-ADF7-39D552873CFB}" type="sib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4A020AB9-1CB9-4A73-A69B-DF30A6A8FD18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gm:t>
    </dgm:pt>
    <dgm:pt modelId="{A907B150-ED25-4992-87D3-BE0B10E5A6F1}" type="par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142F3B7E-BD69-411E-9FFF-2B0372586099}" type="sibTrans" cxnId="{3B9D83AA-26D0-4F6A-A2F5-20AA2B5CB4B9}">
      <dgm:prSet/>
      <dgm:spPr/>
      <dgm:t>
        <a:bodyPr/>
        <a:lstStyle/>
        <a:p>
          <a:endParaRPr lang="zh-CN" altLang="en-US"/>
        </a:p>
      </dgm:t>
    </dgm:pt>
    <dgm:pt modelId="{CC309443-3AE2-4840-BF6D-742DD89C02B0}">
      <dgm:prSet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gm:t>
    </dgm:pt>
    <dgm:pt modelId="{8220A022-C4EE-4414-B698-81EB803A3339}" type="par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8D6579A3-146E-4E6F-AEC7-89CD89785C3E}" type="sibTrans" cxnId="{0A96C38D-A82D-43CE-89A8-AD4002F2F1AF}">
      <dgm:prSet/>
      <dgm:spPr/>
      <dgm:t>
        <a:bodyPr/>
        <a:lstStyle/>
        <a:p>
          <a:endParaRPr lang="zh-CN" altLang="en-US"/>
        </a:p>
      </dgm:t>
    </dgm:pt>
    <dgm:pt modelId="{C95ED86A-4959-4DA4-8CEE-B429C5F3AE99}">
      <dgm:prSet phldrT="[文本]" phldr="0" custT="1"/>
      <dgm:spPr>
        <a:solidFill>
          <a:srgbClr val="0E5DA3"/>
        </a:solidFill>
        <a:ln>
          <a:noFill/>
        </a:ln>
      </dgm:spPr>
      <dgm:t>
        <a:bodyPr/>
        <a:lstStyle/>
        <a:p>
          <a:pPr algn="ctr">
            <a:lnSpc>
              <a:spcPct val="90000"/>
            </a:lnSpc>
          </a:pPr>
          <a:r>
            <a:rPr lang="en-US" altLang="zh-CN" sz="8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gm:t>
    </dgm:pt>
    <dgm:pt modelId="{DC549162-694A-4E5C-B0D9-C707BE00B4AB}" type="sib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ECFC4A49-5796-4443-950F-58AA783E61B0}" type="parTrans" cxnId="{B99B0EC9-2040-4011-A624-077B05B27096}">
      <dgm:prSet/>
      <dgm:spPr/>
      <dgm:t>
        <a:bodyPr/>
        <a:lstStyle/>
        <a:p>
          <a:endParaRPr lang="zh-CN" altLang="en-US"/>
        </a:p>
      </dgm:t>
    </dgm:pt>
    <dgm:pt modelId="{5E0D9EA1-9489-4592-9738-7918480FCB62}" type="pres">
      <dgm:prSet presAssocID="{576060C9-4F9C-4633-A8C3-6F32FC2245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44B72BE-01EB-4D40-B520-EB27B33F5DE2}" type="pres">
      <dgm:prSet presAssocID="{36E3B70A-2B3C-4CB6-8258-F783A8D947BE}" presName="hierRoot1" presStyleCnt="0">
        <dgm:presLayoutVars>
          <dgm:hierBranch/>
        </dgm:presLayoutVars>
      </dgm:prSet>
      <dgm:spPr/>
    </dgm:pt>
    <dgm:pt modelId="{0357C0BB-7D1D-4082-A6A5-7B4437DACF93}" type="pres">
      <dgm:prSet presAssocID="{36E3B70A-2B3C-4CB6-8258-F783A8D947BE}" presName="rootComposite1" presStyleCnt="0"/>
      <dgm:spPr/>
    </dgm:pt>
    <dgm:pt modelId="{2B6B62F3-3567-4C95-960A-6F5C0EE787E2}" type="pres">
      <dgm:prSet presAssocID="{36E3B70A-2B3C-4CB6-8258-F783A8D947BE}" presName="rootText1" presStyleLbl="node0" presStyleIdx="0" presStyleCnt="1" custLinFactNeighborY="-9528">
        <dgm:presLayoutVars>
          <dgm:chPref val="3"/>
        </dgm:presLayoutVars>
      </dgm:prSet>
      <dgm:spPr/>
    </dgm:pt>
    <dgm:pt modelId="{CA11A3FA-01E0-4DBE-9FE3-99C7CF27F1EF}" type="pres">
      <dgm:prSet presAssocID="{36E3B70A-2B3C-4CB6-8258-F783A8D947BE}" presName="rootConnector1" presStyleLbl="node1" presStyleIdx="0" presStyleCnt="0"/>
      <dgm:spPr/>
    </dgm:pt>
    <dgm:pt modelId="{EFCB87B7-8102-4D9F-9F0B-35CF70E40100}" type="pres">
      <dgm:prSet presAssocID="{36E3B70A-2B3C-4CB6-8258-F783A8D947BE}" presName="hierChild2" presStyleCnt="0"/>
      <dgm:spPr/>
    </dgm:pt>
    <dgm:pt modelId="{A100D25F-21B2-1645-A92A-DC662ACBB090}" type="pres">
      <dgm:prSet presAssocID="{47D56DEB-1BD9-431C-A9F1-63D6F6A8099D}" presName="Name35" presStyleLbl="parChTrans1D2" presStyleIdx="0" presStyleCnt="5"/>
      <dgm:spPr/>
    </dgm:pt>
    <dgm:pt modelId="{C968EE59-5448-4192-A57B-4E9C51EF2BB0}" type="pres">
      <dgm:prSet presAssocID="{2D501A6C-CB1C-42AF-A2B4-95A7ADFD6EB8}" presName="hierRoot2" presStyleCnt="0">
        <dgm:presLayoutVars>
          <dgm:hierBranch val="hang"/>
        </dgm:presLayoutVars>
      </dgm:prSet>
      <dgm:spPr/>
    </dgm:pt>
    <dgm:pt modelId="{400E2DC8-93DC-4015-966C-EAD405F9B4BD}" type="pres">
      <dgm:prSet presAssocID="{2D501A6C-CB1C-42AF-A2B4-95A7ADFD6EB8}" presName="rootComposite" presStyleCnt="0"/>
      <dgm:spPr/>
    </dgm:pt>
    <dgm:pt modelId="{F02ACFEF-EA72-4E53-AEA6-88742DAE6E43}" type="pres">
      <dgm:prSet presAssocID="{2D501A6C-CB1C-42AF-A2B4-95A7ADFD6EB8}" presName="rootText" presStyleLbl="node2" presStyleIdx="0" presStyleCnt="5">
        <dgm:presLayoutVars>
          <dgm:chPref val="3"/>
        </dgm:presLayoutVars>
      </dgm:prSet>
      <dgm:spPr>
        <a:xfrm>
          <a:off x="1220242" y="580837"/>
          <a:ext cx="816700" cy="408350"/>
        </a:xfrm>
        <a:prstGeom prst="rect">
          <a:avLst/>
        </a:prstGeom>
      </dgm:spPr>
    </dgm:pt>
    <dgm:pt modelId="{CB55DB27-6DC2-4102-B6F8-337C4EFD8ECC}" type="pres">
      <dgm:prSet presAssocID="{2D501A6C-CB1C-42AF-A2B4-95A7ADFD6EB8}" presName="rootConnector" presStyleLbl="node2" presStyleIdx="0" presStyleCnt="5"/>
      <dgm:spPr/>
    </dgm:pt>
    <dgm:pt modelId="{B29E53A9-2CFE-4261-A4E4-409E8F3E485A}" type="pres">
      <dgm:prSet presAssocID="{2D501A6C-CB1C-42AF-A2B4-95A7ADFD6EB8}" presName="hierChild4" presStyleCnt="0"/>
      <dgm:spPr/>
    </dgm:pt>
    <dgm:pt modelId="{6D945408-EDFC-B645-B238-8A8FF79D2EF8}" type="pres">
      <dgm:prSet presAssocID="{1DB38FF9-3325-4F16-A9E6-F84CAFC8FF0F}" presName="Name48" presStyleLbl="parChTrans1D3" presStyleIdx="0" presStyleCnt="9"/>
      <dgm:spPr/>
    </dgm:pt>
    <dgm:pt modelId="{DA691FFB-13DF-49A2-BD04-7920171D12AD}" type="pres">
      <dgm:prSet presAssocID="{5464455F-FE27-4E2B-B770-7475AE342F46}" presName="hierRoot2" presStyleCnt="0">
        <dgm:presLayoutVars>
          <dgm:hierBranch val="r"/>
        </dgm:presLayoutVars>
      </dgm:prSet>
      <dgm:spPr/>
    </dgm:pt>
    <dgm:pt modelId="{4316C422-5764-4DE1-AD36-C05C907937AE}" type="pres">
      <dgm:prSet presAssocID="{5464455F-FE27-4E2B-B770-7475AE342F46}" presName="rootComposite" presStyleCnt="0"/>
      <dgm:spPr/>
    </dgm:pt>
    <dgm:pt modelId="{D474D648-7468-441D-88AC-BCC959BD78E4}" type="pres">
      <dgm:prSet presAssocID="{5464455F-FE27-4E2B-B770-7475AE342F46}" presName="rootText" presStyleLbl="node3" presStyleIdx="0" presStyleCnt="9">
        <dgm:presLayoutVars>
          <dgm:chPref val="3"/>
        </dgm:presLayoutVars>
      </dgm:prSet>
      <dgm:spPr/>
    </dgm:pt>
    <dgm:pt modelId="{21186AF9-0E86-4521-938D-82BCE35523BA}" type="pres">
      <dgm:prSet presAssocID="{5464455F-FE27-4E2B-B770-7475AE342F46}" presName="rootConnector" presStyleLbl="node3" presStyleIdx="0" presStyleCnt="9"/>
      <dgm:spPr/>
    </dgm:pt>
    <dgm:pt modelId="{3C5E3954-5722-44E6-9988-67FED9443C39}" type="pres">
      <dgm:prSet presAssocID="{5464455F-FE27-4E2B-B770-7475AE342F46}" presName="hierChild4" presStyleCnt="0"/>
      <dgm:spPr/>
    </dgm:pt>
    <dgm:pt modelId="{C160F719-B833-E744-990C-02441EB444CD}" type="pres">
      <dgm:prSet presAssocID="{9A27FA61-BD83-43D4-A894-AE1B5F6799DC}" presName="Name50" presStyleLbl="parChTrans1D4" presStyleIdx="0" presStyleCnt="11"/>
      <dgm:spPr/>
    </dgm:pt>
    <dgm:pt modelId="{1F17743D-5CB8-46FD-A0C7-14DE6377A0CE}" type="pres">
      <dgm:prSet presAssocID="{944D8054-A2B7-4299-B693-A3F41E66066D}" presName="hierRoot2" presStyleCnt="0">
        <dgm:presLayoutVars>
          <dgm:hierBranch val="l"/>
        </dgm:presLayoutVars>
      </dgm:prSet>
      <dgm:spPr/>
    </dgm:pt>
    <dgm:pt modelId="{188EAA2B-EE2B-4D72-90FD-023AE23D081E}" type="pres">
      <dgm:prSet presAssocID="{944D8054-A2B7-4299-B693-A3F41E66066D}" presName="rootComposite" presStyleCnt="0"/>
      <dgm:spPr/>
    </dgm:pt>
    <dgm:pt modelId="{5FA93C53-AD88-4E71-8701-C65862888267}" type="pres">
      <dgm:prSet presAssocID="{944D8054-A2B7-4299-B693-A3F41E66066D}" presName="rootText" presStyleLbl="node4" presStyleIdx="0" presStyleCnt="11">
        <dgm:presLayoutVars>
          <dgm:chPref val="3"/>
        </dgm:presLayoutVars>
      </dgm:prSet>
      <dgm:spPr/>
    </dgm:pt>
    <dgm:pt modelId="{DFD2B241-8E3F-4599-8C22-3587F16C12D4}" type="pres">
      <dgm:prSet presAssocID="{944D8054-A2B7-4299-B693-A3F41E66066D}" presName="rootConnector" presStyleLbl="node4" presStyleIdx="0" presStyleCnt="11"/>
      <dgm:spPr/>
    </dgm:pt>
    <dgm:pt modelId="{8A853E33-A069-4F54-B971-FDFC77DCBB4A}" type="pres">
      <dgm:prSet presAssocID="{944D8054-A2B7-4299-B693-A3F41E66066D}" presName="hierChild4" presStyleCnt="0"/>
      <dgm:spPr/>
    </dgm:pt>
    <dgm:pt modelId="{57B28EAF-CEBB-4147-8FF2-E8D5AFA7C88D}" type="pres">
      <dgm:prSet presAssocID="{944D8054-A2B7-4299-B693-A3F41E66066D}" presName="hierChild5" presStyleCnt="0"/>
      <dgm:spPr/>
    </dgm:pt>
    <dgm:pt modelId="{92D96794-3400-4074-955E-5E8F92537A8E}" type="pres">
      <dgm:prSet presAssocID="{5464455F-FE27-4E2B-B770-7475AE342F46}" presName="hierChild5" presStyleCnt="0"/>
      <dgm:spPr/>
    </dgm:pt>
    <dgm:pt modelId="{C5372A67-3CF8-6844-A9A9-DC051455587B}" type="pres">
      <dgm:prSet presAssocID="{ED448E46-0EEB-443E-8BA7-D1038693D95C}" presName="Name48" presStyleLbl="parChTrans1D3" presStyleIdx="1" presStyleCnt="9"/>
      <dgm:spPr/>
    </dgm:pt>
    <dgm:pt modelId="{FCBB33FF-493F-48AA-82EE-AE4621F48D1C}" type="pres">
      <dgm:prSet presAssocID="{62693056-0B0D-4626-992C-051F2E792B18}" presName="hierRoot2" presStyleCnt="0">
        <dgm:presLayoutVars>
          <dgm:hierBranch val="hang"/>
        </dgm:presLayoutVars>
      </dgm:prSet>
      <dgm:spPr/>
    </dgm:pt>
    <dgm:pt modelId="{B478F18F-D1AE-4367-9C9F-6B595C41E78C}" type="pres">
      <dgm:prSet presAssocID="{62693056-0B0D-4626-992C-051F2E792B18}" presName="rootComposite" presStyleCnt="0"/>
      <dgm:spPr/>
    </dgm:pt>
    <dgm:pt modelId="{F44AF9BF-75C6-47A6-A313-D0B4E283FDEF}" type="pres">
      <dgm:prSet presAssocID="{62693056-0B0D-4626-992C-051F2E792B18}" presName="rootText" presStyleLbl="node3" presStyleIdx="1" presStyleCnt="9">
        <dgm:presLayoutVars>
          <dgm:chPref val="3"/>
        </dgm:presLayoutVars>
      </dgm:prSet>
      <dgm:spPr/>
    </dgm:pt>
    <dgm:pt modelId="{F7247382-C074-4C72-ADDC-D709CD3F2E84}" type="pres">
      <dgm:prSet presAssocID="{62693056-0B0D-4626-992C-051F2E792B18}" presName="rootConnector" presStyleLbl="node3" presStyleIdx="1" presStyleCnt="9"/>
      <dgm:spPr/>
    </dgm:pt>
    <dgm:pt modelId="{9218657B-578C-4E78-AEC3-BFCC6F39D83A}" type="pres">
      <dgm:prSet presAssocID="{62693056-0B0D-4626-992C-051F2E792B18}" presName="hierChild4" presStyleCnt="0"/>
      <dgm:spPr/>
    </dgm:pt>
    <dgm:pt modelId="{0A485551-8F6B-B14D-90F3-116F130F9BED}" type="pres">
      <dgm:prSet presAssocID="{BFB00E75-F2D1-4CB4-B8D1-919071F74C94}" presName="Name48" presStyleLbl="parChTrans1D4" presStyleIdx="1" presStyleCnt="11"/>
      <dgm:spPr/>
    </dgm:pt>
    <dgm:pt modelId="{233F2233-CDBF-4CE4-A5D3-8DB1ABA92B38}" type="pres">
      <dgm:prSet presAssocID="{A211AE1B-2D58-430E-81A9-7470B99FFD08}" presName="hierRoot2" presStyleCnt="0">
        <dgm:presLayoutVars>
          <dgm:hierBranch val="l"/>
        </dgm:presLayoutVars>
      </dgm:prSet>
      <dgm:spPr/>
    </dgm:pt>
    <dgm:pt modelId="{25557D12-B2B6-418C-BF37-7B8FC4A8AF46}" type="pres">
      <dgm:prSet presAssocID="{A211AE1B-2D58-430E-81A9-7470B99FFD08}" presName="rootComposite" presStyleCnt="0"/>
      <dgm:spPr/>
    </dgm:pt>
    <dgm:pt modelId="{EBB435CD-EE78-40CD-8E31-1604916C3BCC}" type="pres">
      <dgm:prSet presAssocID="{A211AE1B-2D58-430E-81A9-7470B99FFD08}" presName="rootText" presStyleLbl="node4" presStyleIdx="1" presStyleCnt="11">
        <dgm:presLayoutVars>
          <dgm:chPref val="3"/>
        </dgm:presLayoutVars>
      </dgm:prSet>
      <dgm:spPr/>
    </dgm:pt>
    <dgm:pt modelId="{2469655B-2403-48A3-87D6-41B6A5F7F88F}" type="pres">
      <dgm:prSet presAssocID="{A211AE1B-2D58-430E-81A9-7470B99FFD08}" presName="rootConnector" presStyleLbl="node4" presStyleIdx="1" presStyleCnt="11"/>
      <dgm:spPr/>
    </dgm:pt>
    <dgm:pt modelId="{6F4C2642-F5EA-4965-A015-EFBD43DB06DD}" type="pres">
      <dgm:prSet presAssocID="{A211AE1B-2D58-430E-81A9-7470B99FFD08}" presName="hierChild4" presStyleCnt="0"/>
      <dgm:spPr/>
    </dgm:pt>
    <dgm:pt modelId="{B6F10B2E-C10D-4326-ABEE-CECD07074E2D}" type="pres">
      <dgm:prSet presAssocID="{A211AE1B-2D58-430E-81A9-7470B99FFD08}" presName="hierChild5" presStyleCnt="0"/>
      <dgm:spPr/>
    </dgm:pt>
    <dgm:pt modelId="{80BDFC72-5E85-9045-99B4-6C10C423CC98}" type="pres">
      <dgm:prSet presAssocID="{8180F4DF-4810-4E67-9CAB-CCD290DBCE0F}" presName="Name48" presStyleLbl="parChTrans1D4" presStyleIdx="2" presStyleCnt="11"/>
      <dgm:spPr/>
    </dgm:pt>
    <dgm:pt modelId="{50209A6F-69E5-4BFF-9F36-B9CFBFC52EDD}" type="pres">
      <dgm:prSet presAssocID="{0DDEBA6E-DCFC-429B-A5C1-488212499341}" presName="hierRoot2" presStyleCnt="0">
        <dgm:presLayoutVars>
          <dgm:hierBranch val="l"/>
        </dgm:presLayoutVars>
      </dgm:prSet>
      <dgm:spPr/>
    </dgm:pt>
    <dgm:pt modelId="{965AC424-5862-49FF-9DAD-9176062A4459}" type="pres">
      <dgm:prSet presAssocID="{0DDEBA6E-DCFC-429B-A5C1-488212499341}" presName="rootComposite" presStyleCnt="0"/>
      <dgm:spPr/>
    </dgm:pt>
    <dgm:pt modelId="{956D2ABF-230E-485E-A3D0-3DEBB4D338F8}" type="pres">
      <dgm:prSet presAssocID="{0DDEBA6E-DCFC-429B-A5C1-488212499341}" presName="rootText" presStyleLbl="node4" presStyleIdx="2" presStyleCnt="11">
        <dgm:presLayoutVars>
          <dgm:chPref val="3"/>
        </dgm:presLayoutVars>
      </dgm:prSet>
      <dgm:spPr/>
    </dgm:pt>
    <dgm:pt modelId="{7C58EA12-E3D8-4BC0-B5D5-019C33AF6680}" type="pres">
      <dgm:prSet presAssocID="{0DDEBA6E-DCFC-429B-A5C1-488212499341}" presName="rootConnector" presStyleLbl="node4" presStyleIdx="2" presStyleCnt="11"/>
      <dgm:spPr/>
    </dgm:pt>
    <dgm:pt modelId="{3DD2F153-27C4-4673-845E-81EAC3CB5BD3}" type="pres">
      <dgm:prSet presAssocID="{0DDEBA6E-DCFC-429B-A5C1-488212499341}" presName="hierChild4" presStyleCnt="0"/>
      <dgm:spPr/>
    </dgm:pt>
    <dgm:pt modelId="{C9FDEECF-9503-4795-BB0C-B95FD3D7BDE0}" type="pres">
      <dgm:prSet presAssocID="{0DDEBA6E-DCFC-429B-A5C1-488212499341}" presName="hierChild5" presStyleCnt="0"/>
      <dgm:spPr/>
    </dgm:pt>
    <dgm:pt modelId="{90DDD4B3-33B8-4BF8-A096-7076777E3F50}" type="pres">
      <dgm:prSet presAssocID="{62693056-0B0D-4626-992C-051F2E792B18}" presName="hierChild5" presStyleCnt="0"/>
      <dgm:spPr/>
    </dgm:pt>
    <dgm:pt modelId="{721D441D-BFE2-4A40-A374-71287467EE74}" type="pres">
      <dgm:prSet presAssocID="{2D501A6C-CB1C-42AF-A2B4-95A7ADFD6EB8}" presName="hierChild5" presStyleCnt="0"/>
      <dgm:spPr/>
    </dgm:pt>
    <dgm:pt modelId="{B1CE2E64-0BD5-6D48-BAA3-600A5CFA469A}" type="pres">
      <dgm:prSet presAssocID="{2905B16C-77D4-4CB9-8BFC-781286174F38}" presName="Name35" presStyleLbl="parChTrans1D2" presStyleIdx="1" presStyleCnt="5"/>
      <dgm:spPr/>
    </dgm:pt>
    <dgm:pt modelId="{30EDB815-BF16-4973-928C-F874227AC077}" type="pres">
      <dgm:prSet presAssocID="{E19E024F-CBA0-486F-8154-B476C77F0020}" presName="hierRoot2" presStyleCnt="0">
        <dgm:presLayoutVars>
          <dgm:hierBranch/>
        </dgm:presLayoutVars>
      </dgm:prSet>
      <dgm:spPr/>
    </dgm:pt>
    <dgm:pt modelId="{F1C26CE1-9348-4C6A-A33A-5543BA6CD673}" type="pres">
      <dgm:prSet presAssocID="{E19E024F-CBA0-486F-8154-B476C77F0020}" presName="rootComposite" presStyleCnt="0"/>
      <dgm:spPr/>
    </dgm:pt>
    <dgm:pt modelId="{2FFFCB54-00F2-40B3-9893-442426D049CD}" type="pres">
      <dgm:prSet presAssocID="{E19E024F-CBA0-486F-8154-B476C77F0020}" presName="rootText" presStyleLbl="node2" presStyleIdx="1" presStyleCnt="5">
        <dgm:presLayoutVars>
          <dgm:chPref val="3"/>
        </dgm:presLayoutVars>
      </dgm:prSet>
      <dgm:spPr/>
    </dgm:pt>
    <dgm:pt modelId="{DD238B7C-23F3-431B-BFFD-846C04B41C07}" type="pres">
      <dgm:prSet presAssocID="{E19E024F-CBA0-486F-8154-B476C77F0020}" presName="rootConnector" presStyleLbl="node2" presStyleIdx="1" presStyleCnt="5"/>
      <dgm:spPr/>
    </dgm:pt>
    <dgm:pt modelId="{967E8568-D808-4F03-B2C0-9B8AAE0B7790}" type="pres">
      <dgm:prSet presAssocID="{E19E024F-CBA0-486F-8154-B476C77F0020}" presName="hierChild4" presStyleCnt="0"/>
      <dgm:spPr/>
    </dgm:pt>
    <dgm:pt modelId="{396FBEFC-46A9-4E44-A1CA-988E48BFAB45}" type="pres">
      <dgm:prSet presAssocID="{5942B258-29FD-4AB2-923C-2F985D439EC7}" presName="Name35" presStyleLbl="parChTrans1D3" presStyleIdx="2" presStyleCnt="9"/>
      <dgm:spPr/>
    </dgm:pt>
    <dgm:pt modelId="{0EB83B01-0E28-4BA6-9B5E-32B0C9934774}" type="pres">
      <dgm:prSet presAssocID="{009318C8-8591-4C1B-891A-490442B47FAF}" presName="hierRoot2" presStyleCnt="0">
        <dgm:presLayoutVars>
          <dgm:hierBranch val="init"/>
        </dgm:presLayoutVars>
      </dgm:prSet>
      <dgm:spPr/>
    </dgm:pt>
    <dgm:pt modelId="{91923F03-FB18-42D7-8BB2-D7D07CCE2350}" type="pres">
      <dgm:prSet presAssocID="{009318C8-8591-4C1B-891A-490442B47FAF}" presName="rootComposite" presStyleCnt="0"/>
      <dgm:spPr/>
    </dgm:pt>
    <dgm:pt modelId="{29E70C57-4F32-4E6B-9204-DBD04013252F}" type="pres">
      <dgm:prSet presAssocID="{009318C8-8591-4C1B-891A-490442B47FAF}" presName="rootText" presStyleLbl="node3" presStyleIdx="2" presStyleCnt="9">
        <dgm:presLayoutVars>
          <dgm:chPref val="3"/>
        </dgm:presLayoutVars>
      </dgm:prSet>
      <dgm:spPr/>
    </dgm:pt>
    <dgm:pt modelId="{82486B74-1D0A-4FDA-8388-8A437CBB200A}" type="pres">
      <dgm:prSet presAssocID="{009318C8-8591-4C1B-891A-490442B47FAF}" presName="rootConnector" presStyleLbl="node3" presStyleIdx="2" presStyleCnt="9"/>
      <dgm:spPr/>
    </dgm:pt>
    <dgm:pt modelId="{7FA4CA9F-0D39-4ED1-A81A-4C9412AB4180}" type="pres">
      <dgm:prSet presAssocID="{009318C8-8591-4C1B-891A-490442B47FAF}" presName="hierChild4" presStyleCnt="0"/>
      <dgm:spPr/>
    </dgm:pt>
    <dgm:pt modelId="{85ADDAF6-28FD-457D-A12B-A0309B9A3DA3}" type="pres">
      <dgm:prSet presAssocID="{96DF1B58-6C96-457F-B9C5-CA7F883CA9C3}" presName="Name37" presStyleLbl="parChTrans1D4" presStyleIdx="3" presStyleCnt="11"/>
      <dgm:spPr/>
    </dgm:pt>
    <dgm:pt modelId="{8FFC1956-6814-46E5-B743-07BEB6B4AA40}" type="pres">
      <dgm:prSet presAssocID="{D87E956D-0547-4128-AFF1-BD73C88E3683}" presName="hierRoot2" presStyleCnt="0">
        <dgm:presLayoutVars>
          <dgm:hierBranch val="init"/>
        </dgm:presLayoutVars>
      </dgm:prSet>
      <dgm:spPr/>
    </dgm:pt>
    <dgm:pt modelId="{42A72BE0-BAA5-4286-9C32-9CB437DFBE02}" type="pres">
      <dgm:prSet presAssocID="{D87E956D-0547-4128-AFF1-BD73C88E3683}" presName="rootComposite" presStyleCnt="0"/>
      <dgm:spPr/>
    </dgm:pt>
    <dgm:pt modelId="{A850DDD4-C76B-420C-8E40-3E42FB92093A}" type="pres">
      <dgm:prSet presAssocID="{D87E956D-0547-4128-AFF1-BD73C88E3683}" presName="rootText" presStyleLbl="node4" presStyleIdx="3" presStyleCnt="11">
        <dgm:presLayoutVars>
          <dgm:chPref val="3"/>
        </dgm:presLayoutVars>
      </dgm:prSet>
      <dgm:spPr/>
    </dgm:pt>
    <dgm:pt modelId="{185426BD-A78C-4C1C-8368-3F270184B3DA}" type="pres">
      <dgm:prSet presAssocID="{D87E956D-0547-4128-AFF1-BD73C88E3683}" presName="rootConnector" presStyleLbl="node4" presStyleIdx="3" presStyleCnt="11"/>
      <dgm:spPr/>
    </dgm:pt>
    <dgm:pt modelId="{E55F5BC8-1230-4FFB-B782-F08B9411E916}" type="pres">
      <dgm:prSet presAssocID="{D87E956D-0547-4128-AFF1-BD73C88E3683}" presName="hierChild4" presStyleCnt="0"/>
      <dgm:spPr/>
    </dgm:pt>
    <dgm:pt modelId="{80D6099C-1A26-4587-A75D-BC271416761A}" type="pres">
      <dgm:prSet presAssocID="{D87E956D-0547-4128-AFF1-BD73C88E3683}" presName="hierChild5" presStyleCnt="0"/>
      <dgm:spPr/>
    </dgm:pt>
    <dgm:pt modelId="{B13F45EF-F9E5-41E6-85DE-9A5BCD2213EB}" type="pres">
      <dgm:prSet presAssocID="{009318C8-8591-4C1B-891A-490442B47FAF}" presName="hierChild5" presStyleCnt="0"/>
      <dgm:spPr/>
    </dgm:pt>
    <dgm:pt modelId="{B2510053-63B2-ED42-BAFC-F4AF4050DF8B}" type="pres">
      <dgm:prSet presAssocID="{2EF0AAD6-7F59-4A6B-A71D-0B0DF363F5B2}" presName="Name35" presStyleLbl="parChTrans1D3" presStyleIdx="3" presStyleCnt="9"/>
      <dgm:spPr/>
    </dgm:pt>
    <dgm:pt modelId="{D8359675-34BF-41E9-B178-E0E483F65F55}" type="pres">
      <dgm:prSet presAssocID="{C4CA07C3-E713-4CD5-8BC0-C3536C8A44AA}" presName="hierRoot2" presStyleCnt="0">
        <dgm:presLayoutVars>
          <dgm:hierBranch val="hang"/>
        </dgm:presLayoutVars>
      </dgm:prSet>
      <dgm:spPr/>
    </dgm:pt>
    <dgm:pt modelId="{0184EF3E-EDA4-42CC-9362-2E8D19B93C27}" type="pres">
      <dgm:prSet presAssocID="{C4CA07C3-E713-4CD5-8BC0-C3536C8A44AA}" presName="rootComposite" presStyleCnt="0"/>
      <dgm:spPr/>
    </dgm:pt>
    <dgm:pt modelId="{561DD282-2FD7-4B3B-AF9C-264C1312B190}" type="pres">
      <dgm:prSet presAssocID="{C4CA07C3-E713-4CD5-8BC0-C3536C8A44AA}" presName="rootText" presStyleLbl="node3" presStyleIdx="3" presStyleCnt="9">
        <dgm:presLayoutVars>
          <dgm:chPref val="3"/>
        </dgm:presLayoutVars>
      </dgm:prSet>
      <dgm:spPr/>
    </dgm:pt>
    <dgm:pt modelId="{72862D5A-0850-4258-B39C-C7A831D05815}" type="pres">
      <dgm:prSet presAssocID="{C4CA07C3-E713-4CD5-8BC0-C3536C8A44AA}" presName="rootConnector" presStyleLbl="node3" presStyleIdx="3" presStyleCnt="9"/>
      <dgm:spPr/>
    </dgm:pt>
    <dgm:pt modelId="{B64597AA-C389-4DDA-90F6-FD4E2F3E04C9}" type="pres">
      <dgm:prSet presAssocID="{C4CA07C3-E713-4CD5-8BC0-C3536C8A44AA}" presName="hierChild4" presStyleCnt="0"/>
      <dgm:spPr/>
    </dgm:pt>
    <dgm:pt modelId="{450D2E4B-CD77-594F-A07F-687A0EAA0567}" type="pres">
      <dgm:prSet presAssocID="{829EEEF6-E0FC-4E2A-B21E-EE176E5A1308}" presName="Name48" presStyleLbl="parChTrans1D4" presStyleIdx="4" presStyleCnt="11"/>
      <dgm:spPr/>
    </dgm:pt>
    <dgm:pt modelId="{3C548255-C9AC-41DF-9CF4-951C626BCB48}" type="pres">
      <dgm:prSet presAssocID="{D69A1BCA-7F2E-4B66-AD87-7F8F5F0E7127}" presName="hierRoot2" presStyleCnt="0">
        <dgm:presLayoutVars>
          <dgm:hierBranch val="r"/>
        </dgm:presLayoutVars>
      </dgm:prSet>
      <dgm:spPr/>
    </dgm:pt>
    <dgm:pt modelId="{8F02A01D-08A0-48D1-9764-3FC915011FE9}" type="pres">
      <dgm:prSet presAssocID="{D69A1BCA-7F2E-4B66-AD87-7F8F5F0E7127}" presName="rootComposite" presStyleCnt="0"/>
      <dgm:spPr/>
    </dgm:pt>
    <dgm:pt modelId="{A0E2FFC6-8DAC-427C-8A73-3C43E738189C}" type="pres">
      <dgm:prSet presAssocID="{D69A1BCA-7F2E-4B66-AD87-7F8F5F0E7127}" presName="rootText" presStyleLbl="node4" presStyleIdx="4" presStyleCnt="11">
        <dgm:presLayoutVars>
          <dgm:chPref val="3"/>
        </dgm:presLayoutVars>
      </dgm:prSet>
      <dgm:spPr/>
    </dgm:pt>
    <dgm:pt modelId="{02ACFB1C-7BCC-4DE5-94C2-5894F416E328}" type="pres">
      <dgm:prSet presAssocID="{D69A1BCA-7F2E-4B66-AD87-7F8F5F0E7127}" presName="rootConnector" presStyleLbl="node4" presStyleIdx="4" presStyleCnt="11"/>
      <dgm:spPr/>
    </dgm:pt>
    <dgm:pt modelId="{3EFB918E-136A-427B-AE30-1593EAD3DF72}" type="pres">
      <dgm:prSet presAssocID="{D69A1BCA-7F2E-4B66-AD87-7F8F5F0E7127}" presName="hierChild4" presStyleCnt="0"/>
      <dgm:spPr/>
    </dgm:pt>
    <dgm:pt modelId="{E0F7DA18-A74F-4201-AD94-4C0B5D99D2F8}" type="pres">
      <dgm:prSet presAssocID="{D69A1BCA-7F2E-4B66-AD87-7F8F5F0E7127}" presName="hierChild5" presStyleCnt="0"/>
      <dgm:spPr/>
    </dgm:pt>
    <dgm:pt modelId="{B7F1AA00-3EB5-8249-8AFE-0131480CF18B}" type="pres">
      <dgm:prSet presAssocID="{A907B150-ED25-4992-87D3-BE0B10E5A6F1}" presName="Name48" presStyleLbl="parChTrans1D4" presStyleIdx="5" presStyleCnt="11"/>
      <dgm:spPr/>
    </dgm:pt>
    <dgm:pt modelId="{99281D23-B56F-4F5A-BFC5-193125C3B5D9}" type="pres">
      <dgm:prSet presAssocID="{4A020AB9-1CB9-4A73-A69B-DF30A6A8FD18}" presName="hierRoot2" presStyleCnt="0">
        <dgm:presLayoutVars>
          <dgm:hierBranch val="r"/>
        </dgm:presLayoutVars>
      </dgm:prSet>
      <dgm:spPr/>
    </dgm:pt>
    <dgm:pt modelId="{EA8BE3EF-3F65-4127-9328-BA137659F553}" type="pres">
      <dgm:prSet presAssocID="{4A020AB9-1CB9-4A73-A69B-DF30A6A8FD18}" presName="rootComposite" presStyleCnt="0"/>
      <dgm:spPr/>
    </dgm:pt>
    <dgm:pt modelId="{6E9830BB-1E38-49E6-A242-85C17CB4378F}" type="pres">
      <dgm:prSet presAssocID="{4A020AB9-1CB9-4A73-A69B-DF30A6A8FD18}" presName="rootText" presStyleLbl="node4" presStyleIdx="5" presStyleCnt="11">
        <dgm:presLayoutVars>
          <dgm:chPref val="3"/>
        </dgm:presLayoutVars>
      </dgm:prSet>
      <dgm:spPr/>
    </dgm:pt>
    <dgm:pt modelId="{760D6E9B-D7AF-41AD-A0CF-C82E1A34CE73}" type="pres">
      <dgm:prSet presAssocID="{4A020AB9-1CB9-4A73-A69B-DF30A6A8FD18}" presName="rootConnector" presStyleLbl="node4" presStyleIdx="5" presStyleCnt="11"/>
      <dgm:spPr/>
    </dgm:pt>
    <dgm:pt modelId="{B2DE775F-610A-4BD7-92DD-3CB6910E4F86}" type="pres">
      <dgm:prSet presAssocID="{4A020AB9-1CB9-4A73-A69B-DF30A6A8FD18}" presName="hierChild4" presStyleCnt="0"/>
      <dgm:spPr/>
    </dgm:pt>
    <dgm:pt modelId="{7B46AE08-52FF-4EEC-A768-2285BE3680C5}" type="pres">
      <dgm:prSet presAssocID="{4A020AB9-1CB9-4A73-A69B-DF30A6A8FD18}" presName="hierChild5" presStyleCnt="0"/>
      <dgm:spPr/>
    </dgm:pt>
    <dgm:pt modelId="{D92BFBEC-FFB3-3440-8BA8-F03CDBFB0D46}" type="pres">
      <dgm:prSet presAssocID="{8220A022-C4EE-4414-B698-81EB803A3339}" presName="Name48" presStyleLbl="parChTrans1D4" presStyleIdx="6" presStyleCnt="11"/>
      <dgm:spPr/>
    </dgm:pt>
    <dgm:pt modelId="{2582CC1F-5A70-4E0D-99D1-E280A2ADAA45}" type="pres">
      <dgm:prSet presAssocID="{CC309443-3AE2-4840-BF6D-742DD89C02B0}" presName="hierRoot2" presStyleCnt="0">
        <dgm:presLayoutVars>
          <dgm:hierBranch val="r"/>
        </dgm:presLayoutVars>
      </dgm:prSet>
      <dgm:spPr/>
    </dgm:pt>
    <dgm:pt modelId="{E53EE520-25E2-46F7-A177-2A41FE60A73A}" type="pres">
      <dgm:prSet presAssocID="{CC309443-3AE2-4840-BF6D-742DD89C02B0}" presName="rootComposite" presStyleCnt="0"/>
      <dgm:spPr/>
    </dgm:pt>
    <dgm:pt modelId="{CEE93429-621B-4703-B521-443DCCC3E000}" type="pres">
      <dgm:prSet presAssocID="{CC309443-3AE2-4840-BF6D-742DD89C02B0}" presName="rootText" presStyleLbl="node4" presStyleIdx="6" presStyleCnt="11">
        <dgm:presLayoutVars>
          <dgm:chPref val="3"/>
        </dgm:presLayoutVars>
      </dgm:prSet>
      <dgm:spPr/>
    </dgm:pt>
    <dgm:pt modelId="{671257BA-C660-4926-A88A-3F9B6AB919D8}" type="pres">
      <dgm:prSet presAssocID="{CC309443-3AE2-4840-BF6D-742DD89C02B0}" presName="rootConnector" presStyleLbl="node4" presStyleIdx="6" presStyleCnt="11"/>
      <dgm:spPr/>
    </dgm:pt>
    <dgm:pt modelId="{B7A58B0D-1D2D-4D8C-BFC6-9DE53360D013}" type="pres">
      <dgm:prSet presAssocID="{CC309443-3AE2-4840-BF6D-742DD89C02B0}" presName="hierChild4" presStyleCnt="0"/>
      <dgm:spPr/>
    </dgm:pt>
    <dgm:pt modelId="{F9EEA29B-C0A7-417B-BCBE-886E92ADCB3A}" type="pres">
      <dgm:prSet presAssocID="{CC309443-3AE2-4840-BF6D-742DD89C02B0}" presName="hierChild5" presStyleCnt="0"/>
      <dgm:spPr/>
    </dgm:pt>
    <dgm:pt modelId="{0E37BE96-7CE2-44D1-A9E3-69CA22E57A66}" type="pres">
      <dgm:prSet presAssocID="{C4CA07C3-E713-4CD5-8BC0-C3536C8A44AA}" presName="hierChild5" presStyleCnt="0"/>
      <dgm:spPr/>
    </dgm:pt>
    <dgm:pt modelId="{BCA3DEC7-25A5-40AE-A1C8-FF23EB7C9BB2}" type="pres">
      <dgm:prSet presAssocID="{E19E024F-CBA0-486F-8154-B476C77F0020}" presName="hierChild5" presStyleCnt="0"/>
      <dgm:spPr/>
    </dgm:pt>
    <dgm:pt modelId="{B5D3ED98-E45E-3B4D-8E6B-4A5120E25264}" type="pres">
      <dgm:prSet presAssocID="{6481E83F-D673-4C63-B7D8-46D56BB0E885}" presName="Name35" presStyleLbl="parChTrans1D2" presStyleIdx="2" presStyleCnt="5"/>
      <dgm:spPr/>
    </dgm:pt>
    <dgm:pt modelId="{AC2ECB0A-7396-42CE-8834-85DBA14F083B}" type="pres">
      <dgm:prSet presAssocID="{7A7C0BE4-DBF4-4822-AD17-934CD1F18143}" presName="hierRoot2" presStyleCnt="0">
        <dgm:presLayoutVars>
          <dgm:hierBranch/>
        </dgm:presLayoutVars>
      </dgm:prSet>
      <dgm:spPr/>
    </dgm:pt>
    <dgm:pt modelId="{89157E6A-ADA6-4D25-ACB4-06B81831CA9A}" type="pres">
      <dgm:prSet presAssocID="{7A7C0BE4-DBF4-4822-AD17-934CD1F18143}" presName="rootComposite" presStyleCnt="0"/>
      <dgm:spPr/>
    </dgm:pt>
    <dgm:pt modelId="{C7D6E43D-B148-4792-B6F0-F313AB205CA6}" type="pres">
      <dgm:prSet presAssocID="{7A7C0BE4-DBF4-4822-AD17-934CD1F18143}" presName="rootText" presStyleLbl="node2" presStyleIdx="2" presStyleCnt="5">
        <dgm:presLayoutVars>
          <dgm:chPref val="3"/>
        </dgm:presLayoutVars>
      </dgm:prSet>
      <dgm:spPr/>
    </dgm:pt>
    <dgm:pt modelId="{8D52E369-8AEA-48B9-B728-6DFAF6AE1955}" type="pres">
      <dgm:prSet presAssocID="{7A7C0BE4-DBF4-4822-AD17-934CD1F18143}" presName="rootConnector" presStyleLbl="node2" presStyleIdx="2" presStyleCnt="5"/>
      <dgm:spPr/>
    </dgm:pt>
    <dgm:pt modelId="{AC3A7FE4-71F1-4875-BC3F-82CE9D1CAAEA}" type="pres">
      <dgm:prSet presAssocID="{7A7C0BE4-DBF4-4822-AD17-934CD1F18143}" presName="hierChild4" presStyleCnt="0"/>
      <dgm:spPr/>
    </dgm:pt>
    <dgm:pt modelId="{F68AAAE6-848F-9C43-944D-8A671215838E}" type="pres">
      <dgm:prSet presAssocID="{E1B10AF9-0298-4395-94AA-D492910DB747}" presName="Name35" presStyleLbl="parChTrans1D3" presStyleIdx="4" presStyleCnt="9"/>
      <dgm:spPr/>
    </dgm:pt>
    <dgm:pt modelId="{28D13F40-187B-4366-920F-D29D72BE9561}" type="pres">
      <dgm:prSet presAssocID="{BD93D27F-6DCB-4C5E-ABB8-D1EEE6ED99C8}" presName="hierRoot2" presStyleCnt="0">
        <dgm:presLayoutVars>
          <dgm:hierBranch val="r"/>
        </dgm:presLayoutVars>
      </dgm:prSet>
      <dgm:spPr/>
    </dgm:pt>
    <dgm:pt modelId="{589D07FF-090B-46E8-BD46-46F4F3189EAC}" type="pres">
      <dgm:prSet presAssocID="{BD93D27F-6DCB-4C5E-ABB8-D1EEE6ED99C8}" presName="rootComposite" presStyleCnt="0"/>
      <dgm:spPr/>
    </dgm:pt>
    <dgm:pt modelId="{D5AC4358-F08B-4603-9B2B-FCB520444D7C}" type="pres">
      <dgm:prSet presAssocID="{BD93D27F-6DCB-4C5E-ABB8-D1EEE6ED99C8}" presName="rootText" presStyleLbl="node3" presStyleIdx="4" presStyleCnt="9">
        <dgm:presLayoutVars>
          <dgm:chPref val="3"/>
        </dgm:presLayoutVars>
      </dgm:prSet>
      <dgm:spPr/>
    </dgm:pt>
    <dgm:pt modelId="{14502D84-1EEF-4B2C-9AB6-A3BAC222354A}" type="pres">
      <dgm:prSet presAssocID="{BD93D27F-6DCB-4C5E-ABB8-D1EEE6ED99C8}" presName="rootConnector" presStyleLbl="node3" presStyleIdx="4" presStyleCnt="9"/>
      <dgm:spPr/>
    </dgm:pt>
    <dgm:pt modelId="{097D4D72-C26B-44B6-892E-1EA3E16B30FC}" type="pres">
      <dgm:prSet presAssocID="{BD93D27F-6DCB-4C5E-ABB8-D1EEE6ED99C8}" presName="hierChild4" presStyleCnt="0"/>
      <dgm:spPr/>
    </dgm:pt>
    <dgm:pt modelId="{F59E2241-007C-2148-97B3-B9ADD71AD69C}" type="pres">
      <dgm:prSet presAssocID="{857F5033-3184-434C-A9F8-AE89C1A4F85B}" presName="Name50" presStyleLbl="parChTrans1D4" presStyleIdx="7" presStyleCnt="11"/>
      <dgm:spPr/>
    </dgm:pt>
    <dgm:pt modelId="{94DB19D8-DE1B-456C-A244-2F73AF5CF36A}" type="pres">
      <dgm:prSet presAssocID="{F1726AEE-CE55-4BB4-A8AA-8800550F371C}" presName="hierRoot2" presStyleCnt="0">
        <dgm:presLayoutVars>
          <dgm:hierBranch val="init"/>
        </dgm:presLayoutVars>
      </dgm:prSet>
      <dgm:spPr/>
    </dgm:pt>
    <dgm:pt modelId="{22FE4530-162C-4E6C-805C-958B9F7E9A08}" type="pres">
      <dgm:prSet presAssocID="{F1726AEE-CE55-4BB4-A8AA-8800550F371C}" presName="rootComposite" presStyleCnt="0"/>
      <dgm:spPr/>
    </dgm:pt>
    <dgm:pt modelId="{4B274DE1-F8EB-436E-8EF8-9BB263E2A1FD}" type="pres">
      <dgm:prSet presAssocID="{F1726AEE-CE55-4BB4-A8AA-8800550F371C}" presName="rootText" presStyleLbl="node4" presStyleIdx="7" presStyleCnt="11">
        <dgm:presLayoutVars>
          <dgm:chPref val="3"/>
        </dgm:presLayoutVars>
      </dgm:prSet>
      <dgm:spPr/>
    </dgm:pt>
    <dgm:pt modelId="{79030AA8-686B-440B-8256-1D9519E959CA}" type="pres">
      <dgm:prSet presAssocID="{F1726AEE-CE55-4BB4-A8AA-8800550F371C}" presName="rootConnector" presStyleLbl="node4" presStyleIdx="7" presStyleCnt="11"/>
      <dgm:spPr/>
    </dgm:pt>
    <dgm:pt modelId="{F4123B6C-7294-4576-8BF4-BF5FC8AE5EF8}" type="pres">
      <dgm:prSet presAssocID="{F1726AEE-CE55-4BB4-A8AA-8800550F371C}" presName="hierChild4" presStyleCnt="0"/>
      <dgm:spPr/>
    </dgm:pt>
    <dgm:pt modelId="{2162B4B3-2767-440C-BF21-8EF1EE2C0EB0}" type="pres">
      <dgm:prSet presAssocID="{F1726AEE-CE55-4BB4-A8AA-8800550F371C}" presName="hierChild5" presStyleCnt="0"/>
      <dgm:spPr/>
    </dgm:pt>
    <dgm:pt modelId="{A81F0EBF-9A22-C949-839A-DC13070B6362}" type="pres">
      <dgm:prSet presAssocID="{ECFC4A49-5796-4443-950F-58AA783E61B0}" presName="Name50" presStyleLbl="parChTrans1D4" presStyleIdx="8" presStyleCnt="11"/>
      <dgm:spPr/>
    </dgm:pt>
    <dgm:pt modelId="{F07573D3-EAC2-400C-B8E3-EA5F8785ECA5}" type="pres">
      <dgm:prSet presAssocID="{C95ED86A-4959-4DA4-8CEE-B429C5F3AE99}" presName="hierRoot2" presStyleCnt="0">
        <dgm:presLayoutVars>
          <dgm:hierBranch val="init"/>
        </dgm:presLayoutVars>
      </dgm:prSet>
      <dgm:spPr/>
    </dgm:pt>
    <dgm:pt modelId="{B8ED2E25-E1D4-4C76-A9F7-7F44F6A48885}" type="pres">
      <dgm:prSet presAssocID="{C95ED86A-4959-4DA4-8CEE-B429C5F3AE99}" presName="rootComposite" presStyleCnt="0"/>
      <dgm:spPr/>
    </dgm:pt>
    <dgm:pt modelId="{914E2BA2-2213-44FD-A7B8-30C8A5261808}" type="pres">
      <dgm:prSet presAssocID="{C95ED86A-4959-4DA4-8CEE-B429C5F3AE99}" presName="rootText" presStyleLbl="node4" presStyleIdx="8" presStyleCnt="11">
        <dgm:presLayoutVars>
          <dgm:chPref val="3"/>
        </dgm:presLayoutVars>
      </dgm:prSet>
      <dgm:spPr/>
    </dgm:pt>
    <dgm:pt modelId="{7C67D73B-951B-4492-9425-8E81EBF1C980}" type="pres">
      <dgm:prSet presAssocID="{C95ED86A-4959-4DA4-8CEE-B429C5F3AE99}" presName="rootConnector" presStyleLbl="node4" presStyleIdx="8" presStyleCnt="11"/>
      <dgm:spPr/>
    </dgm:pt>
    <dgm:pt modelId="{832CF9CF-0A9B-40B1-A83C-7DA3C485981D}" type="pres">
      <dgm:prSet presAssocID="{C95ED86A-4959-4DA4-8CEE-B429C5F3AE99}" presName="hierChild4" presStyleCnt="0"/>
      <dgm:spPr/>
    </dgm:pt>
    <dgm:pt modelId="{B40006F5-53E1-4846-A02C-9B072A3B267A}" type="pres">
      <dgm:prSet presAssocID="{C95ED86A-4959-4DA4-8CEE-B429C5F3AE99}" presName="hierChild5" presStyleCnt="0"/>
      <dgm:spPr/>
    </dgm:pt>
    <dgm:pt modelId="{C762A31F-73AF-4F65-92F9-27B96F2E129D}" type="pres">
      <dgm:prSet presAssocID="{BD93D27F-6DCB-4C5E-ABB8-D1EEE6ED99C8}" presName="hierChild5" presStyleCnt="0"/>
      <dgm:spPr/>
    </dgm:pt>
    <dgm:pt modelId="{D437CFEB-B668-4C28-91D6-A28BD4D3657D}" type="pres">
      <dgm:prSet presAssocID="{7A7C0BE4-DBF4-4822-AD17-934CD1F18143}" presName="hierChild5" presStyleCnt="0"/>
      <dgm:spPr/>
    </dgm:pt>
    <dgm:pt modelId="{D8815A83-BB4A-EA4E-ABE1-21BA7C378FB0}" type="pres">
      <dgm:prSet presAssocID="{04B99688-13A1-49D0-BBA7-055FD790B623}" presName="Name35" presStyleLbl="parChTrans1D2" presStyleIdx="3" presStyleCnt="5"/>
      <dgm:spPr/>
    </dgm:pt>
    <dgm:pt modelId="{A9FAC1F9-980A-44CE-9BE5-2BC3F43F3742}" type="pres">
      <dgm:prSet presAssocID="{0DA66697-6CB8-4EF4-A2AD-2BBD93CD5158}" presName="hierRoot2" presStyleCnt="0">
        <dgm:presLayoutVars>
          <dgm:hierBranch/>
        </dgm:presLayoutVars>
      </dgm:prSet>
      <dgm:spPr/>
    </dgm:pt>
    <dgm:pt modelId="{D7ED2364-0327-46C5-91D6-C13FC6BA017C}" type="pres">
      <dgm:prSet presAssocID="{0DA66697-6CB8-4EF4-A2AD-2BBD93CD5158}" presName="rootComposite" presStyleCnt="0"/>
      <dgm:spPr/>
    </dgm:pt>
    <dgm:pt modelId="{54E3BDAB-1EF0-4652-B5AE-0396F0252114}" type="pres">
      <dgm:prSet presAssocID="{0DA66697-6CB8-4EF4-A2AD-2BBD93CD5158}" presName="rootText" presStyleLbl="node2" presStyleIdx="3" presStyleCnt="5">
        <dgm:presLayoutVars>
          <dgm:chPref val="3"/>
        </dgm:presLayoutVars>
      </dgm:prSet>
      <dgm:spPr/>
    </dgm:pt>
    <dgm:pt modelId="{71BE2DB2-6D88-4CC6-84DB-8A5A34CFF928}" type="pres">
      <dgm:prSet presAssocID="{0DA66697-6CB8-4EF4-A2AD-2BBD93CD5158}" presName="rootConnector" presStyleLbl="node2" presStyleIdx="3" presStyleCnt="5"/>
      <dgm:spPr/>
    </dgm:pt>
    <dgm:pt modelId="{DF1828ED-52CA-4D43-8946-738949621FB5}" type="pres">
      <dgm:prSet presAssocID="{0DA66697-6CB8-4EF4-A2AD-2BBD93CD5158}" presName="hierChild4" presStyleCnt="0"/>
      <dgm:spPr/>
    </dgm:pt>
    <dgm:pt modelId="{9EB80E04-AF56-994A-AA1B-86BA3362D670}" type="pres">
      <dgm:prSet presAssocID="{80A5AAE1-3016-4C2B-BC6F-F5B7F86617C3}" presName="Name35" presStyleLbl="parChTrans1D3" presStyleIdx="5" presStyleCnt="9"/>
      <dgm:spPr/>
    </dgm:pt>
    <dgm:pt modelId="{21923A4E-0A94-497C-AF0C-B2E443ABDCD9}" type="pres">
      <dgm:prSet presAssocID="{AE733884-D7E6-46AE-8BC0-0E2A02161842}" presName="hierRoot2" presStyleCnt="0">
        <dgm:presLayoutVars>
          <dgm:hierBranch val="r"/>
        </dgm:presLayoutVars>
      </dgm:prSet>
      <dgm:spPr/>
    </dgm:pt>
    <dgm:pt modelId="{BD414B7E-8B33-451E-97FC-E236713F32CF}" type="pres">
      <dgm:prSet presAssocID="{AE733884-D7E6-46AE-8BC0-0E2A02161842}" presName="rootComposite" presStyleCnt="0"/>
      <dgm:spPr/>
    </dgm:pt>
    <dgm:pt modelId="{9020AF5B-9D8D-4762-8614-37F103936405}" type="pres">
      <dgm:prSet presAssocID="{AE733884-D7E6-46AE-8BC0-0E2A02161842}" presName="rootText" presStyleLbl="node3" presStyleIdx="5" presStyleCnt="9">
        <dgm:presLayoutVars>
          <dgm:chPref val="3"/>
        </dgm:presLayoutVars>
      </dgm:prSet>
      <dgm:spPr/>
    </dgm:pt>
    <dgm:pt modelId="{B2115AFB-3F36-4219-9E70-161788E0CABF}" type="pres">
      <dgm:prSet presAssocID="{AE733884-D7E6-46AE-8BC0-0E2A02161842}" presName="rootConnector" presStyleLbl="node3" presStyleIdx="5" presStyleCnt="9"/>
      <dgm:spPr/>
    </dgm:pt>
    <dgm:pt modelId="{326EEB24-81CF-4B78-AD29-69EBC07295A9}" type="pres">
      <dgm:prSet presAssocID="{AE733884-D7E6-46AE-8BC0-0E2A02161842}" presName="hierChild4" presStyleCnt="0"/>
      <dgm:spPr/>
    </dgm:pt>
    <dgm:pt modelId="{A1B40A84-5745-BE4E-9D61-CC0DC611AB7D}" type="pres">
      <dgm:prSet presAssocID="{4D8B2F02-1A81-4923-BE0D-CAFD2584068C}" presName="Name50" presStyleLbl="parChTrans1D4" presStyleIdx="9" presStyleCnt="11"/>
      <dgm:spPr/>
    </dgm:pt>
    <dgm:pt modelId="{1EC1F0B9-3909-4BC6-8753-9C728E5776EF}" type="pres">
      <dgm:prSet presAssocID="{4B84B45B-D670-4CE0-9EF1-C767B22A205B}" presName="hierRoot2" presStyleCnt="0">
        <dgm:presLayoutVars>
          <dgm:hierBranch/>
        </dgm:presLayoutVars>
      </dgm:prSet>
      <dgm:spPr/>
    </dgm:pt>
    <dgm:pt modelId="{4358719C-CBD0-4540-B972-3F94C35A614E}" type="pres">
      <dgm:prSet presAssocID="{4B84B45B-D670-4CE0-9EF1-C767B22A205B}" presName="rootComposite" presStyleCnt="0"/>
      <dgm:spPr/>
    </dgm:pt>
    <dgm:pt modelId="{386E7981-007A-4D9B-8E37-42A3371909A9}" type="pres">
      <dgm:prSet presAssocID="{4B84B45B-D670-4CE0-9EF1-C767B22A205B}" presName="rootText" presStyleLbl="node4" presStyleIdx="9" presStyleCnt="11">
        <dgm:presLayoutVars>
          <dgm:chPref val="3"/>
        </dgm:presLayoutVars>
      </dgm:prSet>
      <dgm:spPr/>
    </dgm:pt>
    <dgm:pt modelId="{E1B56F29-FEAB-4CE2-B259-C385F12F92A6}" type="pres">
      <dgm:prSet presAssocID="{4B84B45B-D670-4CE0-9EF1-C767B22A205B}" presName="rootConnector" presStyleLbl="node4" presStyleIdx="9" presStyleCnt="11"/>
      <dgm:spPr/>
    </dgm:pt>
    <dgm:pt modelId="{E0B8A824-13EE-4E74-94D5-5970AE45EF01}" type="pres">
      <dgm:prSet presAssocID="{4B84B45B-D670-4CE0-9EF1-C767B22A205B}" presName="hierChild4" presStyleCnt="0"/>
      <dgm:spPr/>
    </dgm:pt>
    <dgm:pt modelId="{287DD1D2-2D3F-4766-9B15-F7B24452FB2D}" type="pres">
      <dgm:prSet presAssocID="{4B84B45B-D670-4CE0-9EF1-C767B22A205B}" presName="hierChild5" presStyleCnt="0"/>
      <dgm:spPr/>
    </dgm:pt>
    <dgm:pt modelId="{537C6A29-5AB4-D840-B77C-09612F484294}" type="pres">
      <dgm:prSet presAssocID="{92827E6D-CF61-4C2B-8B33-2C38F2110338}" presName="Name50" presStyleLbl="parChTrans1D4" presStyleIdx="10" presStyleCnt="11"/>
      <dgm:spPr/>
    </dgm:pt>
    <dgm:pt modelId="{3D8C34A9-C9C7-46D4-B768-42AB282BF513}" type="pres">
      <dgm:prSet presAssocID="{49CB201D-86A2-4F12-916B-6ADD2617F8F8}" presName="hierRoot2" presStyleCnt="0">
        <dgm:presLayoutVars>
          <dgm:hierBranch/>
        </dgm:presLayoutVars>
      </dgm:prSet>
      <dgm:spPr/>
    </dgm:pt>
    <dgm:pt modelId="{01CABF74-489F-4C8F-BF31-D857A98F3D53}" type="pres">
      <dgm:prSet presAssocID="{49CB201D-86A2-4F12-916B-6ADD2617F8F8}" presName="rootComposite" presStyleCnt="0"/>
      <dgm:spPr/>
    </dgm:pt>
    <dgm:pt modelId="{668654D7-2ADC-489C-B0E6-A5A5BE356BB3}" type="pres">
      <dgm:prSet presAssocID="{49CB201D-86A2-4F12-916B-6ADD2617F8F8}" presName="rootText" presStyleLbl="node4" presStyleIdx="10" presStyleCnt="11">
        <dgm:presLayoutVars>
          <dgm:chPref val="3"/>
        </dgm:presLayoutVars>
      </dgm:prSet>
      <dgm:spPr/>
    </dgm:pt>
    <dgm:pt modelId="{72B98B96-CEE3-4FED-9CB7-B6427B036DDE}" type="pres">
      <dgm:prSet presAssocID="{49CB201D-86A2-4F12-916B-6ADD2617F8F8}" presName="rootConnector" presStyleLbl="node4" presStyleIdx="10" presStyleCnt="11"/>
      <dgm:spPr/>
    </dgm:pt>
    <dgm:pt modelId="{40F81FB7-A2E9-4B8F-ABC6-873E801EBBDC}" type="pres">
      <dgm:prSet presAssocID="{49CB201D-86A2-4F12-916B-6ADD2617F8F8}" presName="hierChild4" presStyleCnt="0"/>
      <dgm:spPr/>
    </dgm:pt>
    <dgm:pt modelId="{2C1CEE03-06FC-4C79-BCF0-C8AEBD9AAD1A}" type="pres">
      <dgm:prSet presAssocID="{49CB201D-86A2-4F12-916B-6ADD2617F8F8}" presName="hierChild5" presStyleCnt="0"/>
      <dgm:spPr/>
    </dgm:pt>
    <dgm:pt modelId="{A7FF2750-4280-4F6E-81CE-5434486DDAF1}" type="pres">
      <dgm:prSet presAssocID="{AE733884-D7E6-46AE-8BC0-0E2A02161842}" presName="hierChild5" presStyleCnt="0"/>
      <dgm:spPr/>
    </dgm:pt>
    <dgm:pt modelId="{DAAF8B8A-765F-4E3E-8A11-B51AF2987555}" type="pres">
      <dgm:prSet presAssocID="{0DA66697-6CB8-4EF4-A2AD-2BBD93CD5158}" presName="hierChild5" presStyleCnt="0"/>
      <dgm:spPr/>
    </dgm:pt>
    <dgm:pt modelId="{72585FB1-0792-BC45-8EDE-2A5E2BE69705}" type="pres">
      <dgm:prSet presAssocID="{184A1767-DA0B-466E-A9D1-FB42AE272BD1}" presName="Name35" presStyleLbl="parChTrans1D2" presStyleIdx="4" presStyleCnt="5"/>
      <dgm:spPr/>
    </dgm:pt>
    <dgm:pt modelId="{6B5E92C5-51F1-48F3-8274-13192AAD9101}" type="pres">
      <dgm:prSet presAssocID="{AC7B98EA-B026-4F08-8052-EC037FB5D742}" presName="hierRoot2" presStyleCnt="0">
        <dgm:presLayoutVars>
          <dgm:hierBranch val="r"/>
        </dgm:presLayoutVars>
      </dgm:prSet>
      <dgm:spPr/>
    </dgm:pt>
    <dgm:pt modelId="{81EACDE4-5F50-42CE-840E-068CFEAA1270}" type="pres">
      <dgm:prSet presAssocID="{AC7B98EA-B026-4F08-8052-EC037FB5D742}" presName="rootComposite" presStyleCnt="0"/>
      <dgm:spPr/>
    </dgm:pt>
    <dgm:pt modelId="{EDAF6549-3B8E-4725-A998-A8A45254797C}" type="pres">
      <dgm:prSet presAssocID="{AC7B98EA-B026-4F08-8052-EC037FB5D742}" presName="rootText" presStyleLbl="node2" presStyleIdx="4" presStyleCnt="5">
        <dgm:presLayoutVars>
          <dgm:chPref val="3"/>
        </dgm:presLayoutVars>
      </dgm:prSet>
      <dgm:spPr/>
    </dgm:pt>
    <dgm:pt modelId="{BDDB9E3F-77FE-4C29-B777-E96BE14A84DB}" type="pres">
      <dgm:prSet presAssocID="{AC7B98EA-B026-4F08-8052-EC037FB5D742}" presName="rootConnector" presStyleLbl="node2" presStyleIdx="4" presStyleCnt="5"/>
      <dgm:spPr/>
    </dgm:pt>
    <dgm:pt modelId="{41921DD9-906F-4388-B4D4-6AD0ED484779}" type="pres">
      <dgm:prSet presAssocID="{AC7B98EA-B026-4F08-8052-EC037FB5D742}" presName="hierChild4" presStyleCnt="0"/>
      <dgm:spPr/>
    </dgm:pt>
    <dgm:pt modelId="{381E8832-C68D-7445-AF38-36CC90F9737D}" type="pres">
      <dgm:prSet presAssocID="{CF9B5626-7FB7-4F12-A803-E460767C759A}" presName="Name50" presStyleLbl="parChTrans1D3" presStyleIdx="6" presStyleCnt="9"/>
      <dgm:spPr/>
    </dgm:pt>
    <dgm:pt modelId="{4DEA408A-7D6B-4CC6-8FF4-1E6C6327C856}" type="pres">
      <dgm:prSet presAssocID="{EC5B6BA5-8B27-48D1-BC34-DC94FCB181D7}" presName="hierRoot2" presStyleCnt="0">
        <dgm:presLayoutVars>
          <dgm:hierBranch val="l"/>
        </dgm:presLayoutVars>
      </dgm:prSet>
      <dgm:spPr/>
    </dgm:pt>
    <dgm:pt modelId="{D2E6BC5E-66B3-4B36-8FDC-E6A8B09010E4}" type="pres">
      <dgm:prSet presAssocID="{EC5B6BA5-8B27-48D1-BC34-DC94FCB181D7}" presName="rootComposite" presStyleCnt="0"/>
      <dgm:spPr/>
    </dgm:pt>
    <dgm:pt modelId="{D71B566B-68C3-44C5-AE09-39FDA3398244}" type="pres">
      <dgm:prSet presAssocID="{EC5B6BA5-8B27-48D1-BC34-DC94FCB181D7}" presName="rootText" presStyleLbl="node3" presStyleIdx="6" presStyleCnt="9" custLinFactNeighborX="8938" custLinFactNeighborY="25740">
        <dgm:presLayoutVars>
          <dgm:chPref val="3"/>
        </dgm:presLayoutVars>
      </dgm:prSet>
      <dgm:spPr/>
    </dgm:pt>
    <dgm:pt modelId="{C32D589F-6B96-4536-A603-E1CD2F82C33B}" type="pres">
      <dgm:prSet presAssocID="{EC5B6BA5-8B27-48D1-BC34-DC94FCB181D7}" presName="rootConnector" presStyleLbl="node3" presStyleIdx="6" presStyleCnt="9"/>
      <dgm:spPr/>
    </dgm:pt>
    <dgm:pt modelId="{A9E69AEF-B7AD-46DB-894E-18BD5878BC88}" type="pres">
      <dgm:prSet presAssocID="{EC5B6BA5-8B27-48D1-BC34-DC94FCB181D7}" presName="hierChild4" presStyleCnt="0"/>
      <dgm:spPr/>
    </dgm:pt>
    <dgm:pt modelId="{389B21AB-A00D-4495-B221-F7559C3EEB0E}" type="pres">
      <dgm:prSet presAssocID="{EC5B6BA5-8B27-48D1-BC34-DC94FCB181D7}" presName="hierChild5" presStyleCnt="0"/>
      <dgm:spPr/>
    </dgm:pt>
    <dgm:pt modelId="{822E419C-9C38-0749-9039-4A9D579A0FD1}" type="pres">
      <dgm:prSet presAssocID="{C1E04D17-FEB3-44A1-A150-3C166055A6D8}" presName="Name50" presStyleLbl="parChTrans1D3" presStyleIdx="7" presStyleCnt="9"/>
      <dgm:spPr/>
    </dgm:pt>
    <dgm:pt modelId="{1E392964-809E-427E-9C3B-8A85FFB66996}" type="pres">
      <dgm:prSet presAssocID="{A7FE76EE-D1E0-4C85-BEBD-F4F35AA4EDA6}" presName="hierRoot2" presStyleCnt="0">
        <dgm:presLayoutVars>
          <dgm:hierBranch val="l"/>
        </dgm:presLayoutVars>
      </dgm:prSet>
      <dgm:spPr/>
    </dgm:pt>
    <dgm:pt modelId="{860424C5-5852-42B1-82D5-3C78E6A07236}" type="pres">
      <dgm:prSet presAssocID="{A7FE76EE-D1E0-4C85-BEBD-F4F35AA4EDA6}" presName="rootComposite" presStyleCnt="0"/>
      <dgm:spPr/>
    </dgm:pt>
    <dgm:pt modelId="{512D87B3-B599-49CC-800E-AAF84B20F1CE}" type="pres">
      <dgm:prSet presAssocID="{A7FE76EE-D1E0-4C85-BEBD-F4F35AA4EDA6}" presName="rootText" presStyleLbl="node3" presStyleIdx="7" presStyleCnt="9" custLinFactNeighborX="5332" custLinFactNeighborY="9681">
        <dgm:presLayoutVars>
          <dgm:chPref val="3"/>
        </dgm:presLayoutVars>
      </dgm:prSet>
      <dgm:spPr/>
    </dgm:pt>
    <dgm:pt modelId="{0D653DA5-927F-4957-AA41-C0BCBE977E06}" type="pres">
      <dgm:prSet presAssocID="{A7FE76EE-D1E0-4C85-BEBD-F4F35AA4EDA6}" presName="rootConnector" presStyleLbl="node3" presStyleIdx="7" presStyleCnt="9"/>
      <dgm:spPr/>
    </dgm:pt>
    <dgm:pt modelId="{98AB85B7-4498-4B66-847F-60C3E85929B3}" type="pres">
      <dgm:prSet presAssocID="{A7FE76EE-D1E0-4C85-BEBD-F4F35AA4EDA6}" presName="hierChild4" presStyleCnt="0"/>
      <dgm:spPr/>
    </dgm:pt>
    <dgm:pt modelId="{2770C4B6-7BF2-43AF-8FCA-E63A0C43B598}" type="pres">
      <dgm:prSet presAssocID="{A7FE76EE-D1E0-4C85-BEBD-F4F35AA4EDA6}" presName="hierChild5" presStyleCnt="0"/>
      <dgm:spPr/>
    </dgm:pt>
    <dgm:pt modelId="{40A4AC8D-3EAF-2A46-A0D6-572E66D87847}" type="pres">
      <dgm:prSet presAssocID="{57E80165-04C5-4256-8733-48B3E2C07CCD}" presName="Name50" presStyleLbl="parChTrans1D3" presStyleIdx="8" presStyleCnt="9"/>
      <dgm:spPr/>
    </dgm:pt>
    <dgm:pt modelId="{C541E6A8-F72E-4917-8A00-565C8C5A177F}" type="pres">
      <dgm:prSet presAssocID="{0ACAFAE2-734D-4E92-8B74-50F530A39721}" presName="hierRoot2" presStyleCnt="0">
        <dgm:presLayoutVars>
          <dgm:hierBranch val="l"/>
        </dgm:presLayoutVars>
      </dgm:prSet>
      <dgm:spPr/>
    </dgm:pt>
    <dgm:pt modelId="{24078B95-521A-426B-A4BB-9BF32A88F8AF}" type="pres">
      <dgm:prSet presAssocID="{0ACAFAE2-734D-4E92-8B74-50F530A39721}" presName="rootComposite" presStyleCnt="0"/>
      <dgm:spPr/>
    </dgm:pt>
    <dgm:pt modelId="{98F89CD6-997A-425F-B128-2D27CFA3B5BB}" type="pres">
      <dgm:prSet presAssocID="{0ACAFAE2-734D-4E92-8B74-50F530A39721}" presName="rootText" presStyleLbl="node3" presStyleIdx="8" presStyleCnt="9">
        <dgm:presLayoutVars>
          <dgm:chPref val="3"/>
        </dgm:presLayoutVars>
      </dgm:prSet>
      <dgm:spPr/>
    </dgm:pt>
    <dgm:pt modelId="{6BD44AA0-9CCF-4EDB-9B95-DEFEC32AA506}" type="pres">
      <dgm:prSet presAssocID="{0ACAFAE2-734D-4E92-8B74-50F530A39721}" presName="rootConnector" presStyleLbl="node3" presStyleIdx="8" presStyleCnt="9"/>
      <dgm:spPr/>
    </dgm:pt>
    <dgm:pt modelId="{06BF0A94-A30E-46A8-9D25-C1975BA79EAC}" type="pres">
      <dgm:prSet presAssocID="{0ACAFAE2-734D-4E92-8B74-50F530A39721}" presName="hierChild4" presStyleCnt="0"/>
      <dgm:spPr/>
    </dgm:pt>
    <dgm:pt modelId="{11904DCE-78A2-450F-B57D-817A5B5D7288}" type="pres">
      <dgm:prSet presAssocID="{0ACAFAE2-734D-4E92-8B74-50F530A39721}" presName="hierChild5" presStyleCnt="0"/>
      <dgm:spPr/>
    </dgm:pt>
    <dgm:pt modelId="{A673BD71-CE48-453C-BE03-E1F18A40598A}" type="pres">
      <dgm:prSet presAssocID="{AC7B98EA-B026-4F08-8052-EC037FB5D742}" presName="hierChild5" presStyleCnt="0"/>
      <dgm:spPr/>
    </dgm:pt>
    <dgm:pt modelId="{28BDC3D5-211A-417C-820E-82ED4BE9DBEB}" type="pres">
      <dgm:prSet presAssocID="{36E3B70A-2B3C-4CB6-8258-F783A8D947BE}" presName="hierChild3" presStyleCnt="0"/>
      <dgm:spPr/>
    </dgm:pt>
  </dgm:ptLst>
  <dgm:cxnLst>
    <dgm:cxn modelId="{5D2FFF01-2CE9-8440-87F5-7B14FC0B3F1B}" type="presOf" srcId="{0DA66697-6CB8-4EF4-A2AD-2BBD93CD5158}" destId="{71BE2DB2-6D88-4CC6-84DB-8A5A34CFF928}" srcOrd="1" destOrd="0" presId="urn:microsoft.com/office/officeart/2005/8/layout/orgChart1"/>
    <dgm:cxn modelId="{8D049806-A485-9C4F-A3CF-7B1276E8F8C7}" type="presOf" srcId="{57E80165-04C5-4256-8733-48B3E2C07CCD}" destId="{40A4AC8D-3EAF-2A46-A0D6-572E66D87847}" srcOrd="0" destOrd="0" presId="urn:microsoft.com/office/officeart/2005/8/layout/orgChart1"/>
    <dgm:cxn modelId="{C9EDCA09-D2AE-4E56-8A7D-28BD341B13B8}" srcId="{BD93D27F-6DCB-4C5E-ABB8-D1EEE6ED99C8}" destId="{F1726AEE-CE55-4BB4-A8AA-8800550F371C}" srcOrd="0" destOrd="0" parTransId="{857F5033-3184-434C-A9F8-AE89C1A4F85B}" sibTransId="{2947866A-7DB9-448A-BB18-851AB646993F}"/>
    <dgm:cxn modelId="{B23F160A-21F7-42A0-BB3C-49F14B86092C}" srcId="{36E3B70A-2B3C-4CB6-8258-F783A8D947BE}" destId="{2D501A6C-CB1C-42AF-A2B4-95A7ADFD6EB8}" srcOrd="0" destOrd="0" parTransId="{47D56DEB-1BD9-431C-A9F1-63D6F6A8099D}" sibTransId="{D5832A88-F911-4DAF-9868-E6D6974C1FA6}"/>
    <dgm:cxn modelId="{6B61760B-2286-6449-A8C4-7CCB9138405A}" type="presOf" srcId="{BD93D27F-6DCB-4C5E-ABB8-D1EEE6ED99C8}" destId="{14502D84-1EEF-4B2C-9AB6-A3BAC222354A}" srcOrd="1" destOrd="0" presId="urn:microsoft.com/office/officeart/2005/8/layout/orgChart1"/>
    <dgm:cxn modelId="{68150A0D-BEB9-5240-AA92-AE31D235F592}" type="presOf" srcId="{2905B16C-77D4-4CB9-8BFC-781286174F38}" destId="{B1CE2E64-0BD5-6D48-BAA3-600A5CFA469A}" srcOrd="0" destOrd="0" presId="urn:microsoft.com/office/officeart/2005/8/layout/orgChart1"/>
    <dgm:cxn modelId="{BAADEB13-8E67-584B-B3E9-0B3BC3FDFC9D}" type="presOf" srcId="{857F5033-3184-434C-A9F8-AE89C1A4F85B}" destId="{F59E2241-007C-2148-97B3-B9ADD71AD69C}" srcOrd="0" destOrd="0" presId="urn:microsoft.com/office/officeart/2005/8/layout/orgChart1"/>
    <dgm:cxn modelId="{A828F016-3A56-FA4D-B5F3-3E97910352B2}" type="presOf" srcId="{2D501A6C-CB1C-42AF-A2B4-95A7ADFD6EB8}" destId="{CB55DB27-6DC2-4102-B6F8-337C4EFD8ECC}" srcOrd="1" destOrd="0" presId="urn:microsoft.com/office/officeart/2005/8/layout/orgChart1"/>
    <dgm:cxn modelId="{A2DD6A17-2455-44AA-B10E-2857F1692880}" srcId="{AC7B98EA-B026-4F08-8052-EC037FB5D742}" destId="{EC5B6BA5-8B27-48D1-BC34-DC94FCB181D7}" srcOrd="0" destOrd="0" parTransId="{CF9B5626-7FB7-4F12-A803-E460767C759A}" sibTransId="{87667234-7A9B-46BC-8C96-00011C04A33C}"/>
    <dgm:cxn modelId="{94241018-40D0-0C4C-AB79-91EB4EB7C310}" type="presOf" srcId="{EC5B6BA5-8B27-48D1-BC34-DC94FCB181D7}" destId="{C32D589F-6B96-4536-A603-E1CD2F82C33B}" srcOrd="1" destOrd="0" presId="urn:microsoft.com/office/officeart/2005/8/layout/orgChart1"/>
    <dgm:cxn modelId="{7EC8FE18-5035-9640-AAFD-58AA2D17CB78}" type="presOf" srcId="{BFB00E75-F2D1-4CB4-B8D1-919071F74C94}" destId="{0A485551-8F6B-B14D-90F3-116F130F9BED}" srcOrd="0" destOrd="0" presId="urn:microsoft.com/office/officeart/2005/8/layout/orgChart1"/>
    <dgm:cxn modelId="{C6973C19-CDF2-4B16-A71E-DE2603511778}" srcId="{36E3B70A-2B3C-4CB6-8258-F783A8D947BE}" destId="{7A7C0BE4-DBF4-4822-AD17-934CD1F18143}" srcOrd="2" destOrd="0" parTransId="{6481E83F-D673-4C63-B7D8-46D56BB0E885}" sibTransId="{A7065659-1105-4D12-9D2C-015272F3B2AB}"/>
    <dgm:cxn modelId="{3C4C3C1A-54CF-3B4F-9D37-5B8781F7BE01}" type="presOf" srcId="{04B99688-13A1-49D0-BBA7-055FD790B623}" destId="{D8815A83-BB4A-EA4E-ABE1-21BA7C378FB0}" srcOrd="0" destOrd="0" presId="urn:microsoft.com/office/officeart/2005/8/layout/orgChart1"/>
    <dgm:cxn modelId="{55669720-2AB7-EE4A-BA47-CD82A43904EF}" type="presOf" srcId="{92827E6D-CF61-4C2B-8B33-2C38F2110338}" destId="{537C6A29-5AB4-D840-B77C-09612F484294}" srcOrd="0" destOrd="0" presId="urn:microsoft.com/office/officeart/2005/8/layout/orgChart1"/>
    <dgm:cxn modelId="{3E3E4227-685F-1B43-A454-BC66928335FE}" type="presOf" srcId="{CC309443-3AE2-4840-BF6D-742DD89C02B0}" destId="{CEE93429-621B-4703-B521-443DCCC3E000}" srcOrd="0" destOrd="0" presId="urn:microsoft.com/office/officeart/2005/8/layout/orgChart1"/>
    <dgm:cxn modelId="{18658727-886D-044F-A488-F72FE4A0E8AA}" type="presOf" srcId="{AC7B98EA-B026-4F08-8052-EC037FB5D742}" destId="{BDDB9E3F-77FE-4C29-B777-E96BE14A84DB}" srcOrd="1" destOrd="0" presId="urn:microsoft.com/office/officeart/2005/8/layout/orgChart1"/>
    <dgm:cxn modelId="{80EB622F-2F1B-2F42-98DF-AA1E993AFAD5}" type="presOf" srcId="{D87E956D-0547-4128-AFF1-BD73C88E3683}" destId="{185426BD-A78C-4C1C-8368-3F270184B3DA}" srcOrd="1" destOrd="0" presId="urn:microsoft.com/office/officeart/2005/8/layout/orgChart1"/>
    <dgm:cxn modelId="{8E94CC34-B6C0-4ECC-B2FA-2D41DED5C5CC}" srcId="{62693056-0B0D-4626-992C-051F2E792B18}" destId="{A211AE1B-2D58-430E-81A9-7470B99FFD08}" srcOrd="0" destOrd="0" parTransId="{BFB00E75-F2D1-4CB4-B8D1-919071F74C94}" sibTransId="{6A3B6749-EA12-4BAD-B846-9950C88DD2D0}"/>
    <dgm:cxn modelId="{BF5F4B37-6374-AC4B-82FF-8705DEE22F25}" type="presOf" srcId="{96DF1B58-6C96-457F-B9C5-CA7F883CA9C3}" destId="{85ADDAF6-28FD-457D-A12B-A0309B9A3DA3}" srcOrd="0" destOrd="0" presId="urn:microsoft.com/office/officeart/2005/8/layout/orgChart1"/>
    <dgm:cxn modelId="{31459038-D4BE-674D-8357-64DA02C1468C}" type="presOf" srcId="{009318C8-8591-4C1B-891A-490442B47FAF}" destId="{82486B74-1D0A-4FDA-8388-8A437CBB200A}" srcOrd="1" destOrd="0" presId="urn:microsoft.com/office/officeart/2005/8/layout/orgChart1"/>
    <dgm:cxn modelId="{E8FC3B39-5CDB-014B-9E8B-4A98506AFD96}" type="presOf" srcId="{C1E04D17-FEB3-44A1-A150-3C166055A6D8}" destId="{822E419C-9C38-0749-9039-4A9D579A0FD1}" srcOrd="0" destOrd="0" presId="urn:microsoft.com/office/officeart/2005/8/layout/orgChart1"/>
    <dgm:cxn modelId="{1D7F1E3C-AA13-CC4C-ACAF-AF051C4D648D}" type="presOf" srcId="{AE733884-D7E6-46AE-8BC0-0E2A02161842}" destId="{B2115AFB-3F36-4219-9E70-161788E0CABF}" srcOrd="1" destOrd="0" presId="urn:microsoft.com/office/officeart/2005/8/layout/orgChart1"/>
    <dgm:cxn modelId="{A7D5613C-366C-424C-AB92-59CBB244D507}" srcId="{2D501A6C-CB1C-42AF-A2B4-95A7ADFD6EB8}" destId="{62693056-0B0D-4626-992C-051F2E792B18}" srcOrd="1" destOrd="0" parTransId="{ED448E46-0EEB-443E-8BA7-D1038693D95C}" sibTransId="{8DEAB065-FB29-4E96-9A29-52D8AF714414}"/>
    <dgm:cxn modelId="{F3955A41-A244-D845-9928-B795F996C2B3}" type="presOf" srcId="{D87E956D-0547-4128-AFF1-BD73C88E3683}" destId="{A850DDD4-C76B-420C-8E40-3E42FB92093A}" srcOrd="0" destOrd="0" presId="urn:microsoft.com/office/officeart/2005/8/layout/orgChart1"/>
    <dgm:cxn modelId="{C5172342-AA62-2D47-A74A-B6B53CC2BA02}" type="presOf" srcId="{BD93D27F-6DCB-4C5E-ABB8-D1EEE6ED99C8}" destId="{D5AC4358-F08B-4603-9B2B-FCB520444D7C}" srcOrd="0" destOrd="0" presId="urn:microsoft.com/office/officeart/2005/8/layout/orgChart1"/>
    <dgm:cxn modelId="{3B039C42-91C7-0546-94FE-CFDF4DF1CEC2}" type="presOf" srcId="{8220A022-C4EE-4414-B698-81EB803A3339}" destId="{D92BFBEC-FFB3-3440-8BA8-F03CDBFB0D46}" srcOrd="0" destOrd="0" presId="urn:microsoft.com/office/officeart/2005/8/layout/orgChart1"/>
    <dgm:cxn modelId="{39F11B44-3BAF-094B-ACAD-7DBD48E885DD}" type="presOf" srcId="{8180F4DF-4810-4E67-9CAB-CCD290DBCE0F}" destId="{80BDFC72-5E85-9045-99B4-6C10C423CC98}" srcOrd="0" destOrd="0" presId="urn:microsoft.com/office/officeart/2005/8/layout/orgChart1"/>
    <dgm:cxn modelId="{EC7C7E45-FE89-FA4F-B3F9-6FF3EF9F2DA8}" type="presOf" srcId="{F1726AEE-CE55-4BB4-A8AA-8800550F371C}" destId="{79030AA8-686B-440B-8256-1D9519E959CA}" srcOrd="1" destOrd="0" presId="urn:microsoft.com/office/officeart/2005/8/layout/orgChart1"/>
    <dgm:cxn modelId="{A180804F-D9B2-42D8-8DA9-ACA14774B0C1}" srcId="{62693056-0B0D-4626-992C-051F2E792B18}" destId="{0DDEBA6E-DCFC-429B-A5C1-488212499341}" srcOrd="1" destOrd="0" parTransId="{8180F4DF-4810-4E67-9CAB-CCD290DBCE0F}" sibTransId="{16B3C329-B8C0-4428-8664-5870E397FCAD}"/>
    <dgm:cxn modelId="{6C0EDD4F-FC54-8448-9F1D-67242762EA8D}" type="presOf" srcId="{80A5AAE1-3016-4C2B-BC6F-F5B7F86617C3}" destId="{9EB80E04-AF56-994A-AA1B-86BA3362D670}" srcOrd="0" destOrd="0" presId="urn:microsoft.com/office/officeart/2005/8/layout/orgChart1"/>
    <dgm:cxn modelId="{88486A56-785E-5547-AAD8-94126AEA87C1}" type="presOf" srcId="{A211AE1B-2D58-430E-81A9-7470B99FFD08}" destId="{EBB435CD-EE78-40CD-8E31-1604916C3BCC}" srcOrd="0" destOrd="0" presId="urn:microsoft.com/office/officeart/2005/8/layout/orgChart1"/>
    <dgm:cxn modelId="{B130A156-E2A7-4B36-9A4D-CF13A67D9BA1}" srcId="{C4CA07C3-E713-4CD5-8BC0-C3536C8A44AA}" destId="{D69A1BCA-7F2E-4B66-AD87-7F8F5F0E7127}" srcOrd="0" destOrd="0" parTransId="{829EEEF6-E0FC-4E2A-B21E-EE176E5A1308}" sibTransId="{438237A3-3033-4761-A96A-C29437511893}"/>
    <dgm:cxn modelId="{2B85BC56-58B6-6F46-9E03-B2CD4BFA9282}" type="presOf" srcId="{49CB201D-86A2-4F12-916B-6ADD2617F8F8}" destId="{72B98B96-CEE3-4FED-9CB7-B6427B036DDE}" srcOrd="1" destOrd="0" presId="urn:microsoft.com/office/officeart/2005/8/layout/orgChart1"/>
    <dgm:cxn modelId="{28FABF58-612E-CC43-A7D1-A1F3557D499C}" type="presOf" srcId="{E19E024F-CBA0-486F-8154-B476C77F0020}" destId="{2FFFCB54-00F2-40B3-9893-442426D049CD}" srcOrd="0" destOrd="0" presId="urn:microsoft.com/office/officeart/2005/8/layout/orgChart1"/>
    <dgm:cxn modelId="{9BC2955A-8724-054F-9A99-595B2E5B9A12}" type="presOf" srcId="{A7FE76EE-D1E0-4C85-BEBD-F4F35AA4EDA6}" destId="{512D87B3-B599-49CC-800E-AAF84B20F1CE}" srcOrd="0" destOrd="0" presId="urn:microsoft.com/office/officeart/2005/8/layout/orgChart1"/>
    <dgm:cxn modelId="{F686275E-47E9-486E-BB8E-F02C14C06A5D}" srcId="{2D501A6C-CB1C-42AF-A2B4-95A7ADFD6EB8}" destId="{5464455F-FE27-4E2B-B770-7475AE342F46}" srcOrd="0" destOrd="0" parTransId="{1DB38FF9-3325-4F16-A9E6-F84CAFC8FF0F}" sibTransId="{CB17FA13-D2CE-4421-AB75-8AED2E20FEAB}"/>
    <dgm:cxn modelId="{743FCB5F-7A72-A04C-8E8D-ECC81CF93DCB}" type="presOf" srcId="{62693056-0B0D-4626-992C-051F2E792B18}" destId="{F44AF9BF-75C6-47A6-A313-D0B4E283FDEF}" srcOrd="0" destOrd="0" presId="urn:microsoft.com/office/officeart/2005/8/layout/orgChart1"/>
    <dgm:cxn modelId="{611ACE62-9BD0-A748-A2AE-D8C220C0AB53}" type="presOf" srcId="{AC7B98EA-B026-4F08-8052-EC037FB5D742}" destId="{EDAF6549-3B8E-4725-A998-A8A45254797C}" srcOrd="0" destOrd="0" presId="urn:microsoft.com/office/officeart/2005/8/layout/orgChart1"/>
    <dgm:cxn modelId="{DFA5CF68-BA31-BC43-8868-C63A5646EC84}" type="presOf" srcId="{36E3B70A-2B3C-4CB6-8258-F783A8D947BE}" destId="{2B6B62F3-3567-4C95-960A-6F5C0EE787E2}" srcOrd="0" destOrd="0" presId="urn:microsoft.com/office/officeart/2005/8/layout/orgChart1"/>
    <dgm:cxn modelId="{1C70456B-1821-4DF8-9C1B-569B50522D3C}" srcId="{AC7B98EA-B026-4F08-8052-EC037FB5D742}" destId="{A7FE76EE-D1E0-4C85-BEBD-F4F35AA4EDA6}" srcOrd="1" destOrd="0" parTransId="{C1E04D17-FEB3-44A1-A150-3C166055A6D8}" sibTransId="{BEF9C721-5308-4AD3-A7CD-6464BFB7074B}"/>
    <dgm:cxn modelId="{5BEFFB6B-DFCB-094B-95B0-58624BDBACAC}" type="presOf" srcId="{1DB38FF9-3325-4F16-A9E6-F84CAFC8FF0F}" destId="{6D945408-EDFC-B645-B238-8A8FF79D2EF8}" srcOrd="0" destOrd="0" presId="urn:microsoft.com/office/officeart/2005/8/layout/orgChart1"/>
    <dgm:cxn modelId="{886CE16C-A3FB-2744-A25C-AEE41C07A208}" type="presOf" srcId="{E19E024F-CBA0-486F-8154-B476C77F0020}" destId="{DD238B7C-23F3-431B-BFFD-846C04B41C07}" srcOrd="1" destOrd="0" presId="urn:microsoft.com/office/officeart/2005/8/layout/orgChart1"/>
    <dgm:cxn modelId="{E4B7F06E-0F93-4044-8473-DF677019E61C}" srcId="{AE733884-D7E6-46AE-8BC0-0E2A02161842}" destId="{4B84B45B-D670-4CE0-9EF1-C767B22A205B}" srcOrd="0" destOrd="0" parTransId="{4D8B2F02-1A81-4923-BE0D-CAFD2584068C}" sibTransId="{0DDAB7B8-7757-4B24-A169-BA3960F6476F}"/>
    <dgm:cxn modelId="{EEBAA372-4E6C-A04F-AFDD-5AA18423F6FB}" type="presOf" srcId="{49CB201D-86A2-4F12-916B-6ADD2617F8F8}" destId="{668654D7-2ADC-489C-B0E6-A5A5BE356BB3}" srcOrd="0" destOrd="0" presId="urn:microsoft.com/office/officeart/2005/8/layout/orgChart1"/>
    <dgm:cxn modelId="{185C5874-7D62-7C49-9AC6-C5D62F37E16F}" type="presOf" srcId="{0ACAFAE2-734D-4E92-8B74-50F530A39721}" destId="{98F89CD6-997A-425F-B128-2D27CFA3B5BB}" srcOrd="0" destOrd="0" presId="urn:microsoft.com/office/officeart/2005/8/layout/orgChart1"/>
    <dgm:cxn modelId="{32948876-5BFC-B84C-98A2-089CD78A8A45}" type="presOf" srcId="{7A7C0BE4-DBF4-4822-AD17-934CD1F18143}" destId="{C7D6E43D-B148-4792-B6F0-F313AB205CA6}" srcOrd="0" destOrd="0" presId="urn:microsoft.com/office/officeart/2005/8/layout/orgChart1"/>
    <dgm:cxn modelId="{2CCBDF76-BE04-4ED9-BBA9-B83BE4A91E9E}" srcId="{AC7B98EA-B026-4F08-8052-EC037FB5D742}" destId="{0ACAFAE2-734D-4E92-8B74-50F530A39721}" srcOrd="2" destOrd="0" parTransId="{57E80165-04C5-4256-8733-48B3E2C07CCD}" sibTransId="{FBC27EE3-E2ED-4AE4-ADF7-39D552873CFB}"/>
    <dgm:cxn modelId="{DD34F878-1365-40C9-BFE9-D40109F56A5D}" type="presOf" srcId="{576060C9-4F9C-4633-A8C3-6F32FC224519}" destId="{5E0D9EA1-9489-4592-9738-7918480FCB62}" srcOrd="0" destOrd="0" presId="urn:microsoft.com/office/officeart/2005/8/layout/orgChart1"/>
    <dgm:cxn modelId="{8608BC7D-F4CF-2343-9F64-FB2A23E412CA}" type="presOf" srcId="{5942B258-29FD-4AB2-923C-2F985D439EC7}" destId="{396FBEFC-46A9-4E44-A1CA-988E48BFAB45}" srcOrd="0" destOrd="0" presId="urn:microsoft.com/office/officeart/2005/8/layout/orgChart1"/>
    <dgm:cxn modelId="{FE34497F-1355-4E4E-AC7B-18E92423A718}" type="presOf" srcId="{47D56DEB-1BD9-431C-A9F1-63D6F6A8099D}" destId="{A100D25F-21B2-1645-A92A-DC662ACBB090}" srcOrd="0" destOrd="0" presId="urn:microsoft.com/office/officeart/2005/8/layout/orgChart1"/>
    <dgm:cxn modelId="{2B115D7F-AEEC-094D-9FC7-78B6A1376708}" type="presOf" srcId="{C95ED86A-4959-4DA4-8CEE-B429C5F3AE99}" destId="{914E2BA2-2213-44FD-A7B8-30C8A5261808}" srcOrd="0" destOrd="0" presId="urn:microsoft.com/office/officeart/2005/8/layout/orgChart1"/>
    <dgm:cxn modelId="{5698837F-05F6-B846-8883-7A8D0D56E1B4}" type="presOf" srcId="{C4CA07C3-E713-4CD5-8BC0-C3536C8A44AA}" destId="{561DD282-2FD7-4B3B-AF9C-264C1312B190}" srcOrd="0" destOrd="0" presId="urn:microsoft.com/office/officeart/2005/8/layout/orgChart1"/>
    <dgm:cxn modelId="{5DCFEE80-A3D6-7742-B86B-FFED031F5F9B}" type="presOf" srcId="{944D8054-A2B7-4299-B693-A3F41E66066D}" destId="{DFD2B241-8E3F-4599-8C22-3587F16C12D4}" srcOrd="1" destOrd="0" presId="urn:microsoft.com/office/officeart/2005/8/layout/orgChart1"/>
    <dgm:cxn modelId="{60F7548C-820C-7840-9AD0-4C90486C8909}" type="presOf" srcId="{0ACAFAE2-734D-4E92-8B74-50F530A39721}" destId="{6BD44AA0-9CCF-4EDB-9B95-DEFEC32AA506}" srcOrd="1" destOrd="0" presId="urn:microsoft.com/office/officeart/2005/8/layout/orgChart1"/>
    <dgm:cxn modelId="{5AC0D18C-8BE0-BD40-94DA-886ECC6301AB}" type="presOf" srcId="{4D8B2F02-1A81-4923-BE0D-CAFD2584068C}" destId="{A1B40A84-5745-BE4E-9D61-CC0DC611AB7D}" srcOrd="0" destOrd="0" presId="urn:microsoft.com/office/officeart/2005/8/layout/orgChart1"/>
    <dgm:cxn modelId="{0A96C38D-A82D-43CE-89A8-AD4002F2F1AF}" srcId="{C4CA07C3-E713-4CD5-8BC0-C3536C8A44AA}" destId="{CC309443-3AE2-4840-BF6D-742DD89C02B0}" srcOrd="2" destOrd="0" parTransId="{8220A022-C4EE-4414-B698-81EB803A3339}" sibTransId="{8D6579A3-146E-4E6F-AEC7-89CD89785C3E}"/>
    <dgm:cxn modelId="{83A00193-E834-8946-A6E9-8B963248105B}" type="presOf" srcId="{5464455F-FE27-4E2B-B770-7475AE342F46}" destId="{D474D648-7468-441D-88AC-BCC959BD78E4}" srcOrd="0" destOrd="0" presId="urn:microsoft.com/office/officeart/2005/8/layout/orgChart1"/>
    <dgm:cxn modelId="{59C68B93-AFB6-C84B-B3CC-8917883DEFAC}" type="presOf" srcId="{D69A1BCA-7F2E-4B66-AD87-7F8F5F0E7127}" destId="{A0E2FFC6-8DAC-427C-8A73-3C43E738189C}" srcOrd="0" destOrd="0" presId="urn:microsoft.com/office/officeart/2005/8/layout/orgChart1"/>
    <dgm:cxn modelId="{827C0F97-0B8E-A945-AD6A-3D80E2673E8B}" type="presOf" srcId="{184A1767-DA0B-466E-A9D1-FB42AE272BD1}" destId="{72585FB1-0792-BC45-8EDE-2A5E2BE69705}" srcOrd="0" destOrd="0" presId="urn:microsoft.com/office/officeart/2005/8/layout/orgChart1"/>
    <dgm:cxn modelId="{371C5A98-5916-48DA-8EBC-F70B9D64843C}" srcId="{E19E024F-CBA0-486F-8154-B476C77F0020}" destId="{C4CA07C3-E713-4CD5-8BC0-C3536C8A44AA}" srcOrd="1" destOrd="0" parTransId="{2EF0AAD6-7F59-4A6B-A71D-0B0DF363F5B2}" sibTransId="{E6A619D5-1A07-4FD0-B648-B441F5CE4731}"/>
    <dgm:cxn modelId="{F646C598-08AC-0B47-A874-90FCB0422EC0}" type="presOf" srcId="{A211AE1B-2D58-430E-81A9-7470B99FFD08}" destId="{2469655B-2403-48A3-87D6-41B6A5F7F88F}" srcOrd="1" destOrd="0" presId="urn:microsoft.com/office/officeart/2005/8/layout/orgChart1"/>
    <dgm:cxn modelId="{FE6B4699-4F2F-4D40-84A9-00994D9AB760}" srcId="{5464455F-FE27-4E2B-B770-7475AE342F46}" destId="{944D8054-A2B7-4299-B693-A3F41E66066D}" srcOrd="0" destOrd="0" parTransId="{9A27FA61-BD83-43D4-A894-AE1B5F6799DC}" sibTransId="{F96B9A4F-6160-4779-A99D-6740BC85ABD3}"/>
    <dgm:cxn modelId="{AA3A0B9A-2C4A-4AB8-9BD6-800500537C53}" srcId="{576060C9-4F9C-4633-A8C3-6F32FC224519}" destId="{36E3B70A-2B3C-4CB6-8258-F783A8D947BE}" srcOrd="0" destOrd="0" parTransId="{A152F6D8-1644-44AB-B4CE-1C4D046D5A4A}" sibTransId="{77F130DE-2F9F-4FDB-AE03-611F0BF8CB81}"/>
    <dgm:cxn modelId="{E58D799C-0DF0-0B4B-BFAA-BDF99EAA252D}" type="presOf" srcId="{2D501A6C-CB1C-42AF-A2B4-95A7ADFD6EB8}" destId="{F02ACFEF-EA72-4E53-AEA6-88742DAE6E43}" srcOrd="0" destOrd="0" presId="urn:microsoft.com/office/officeart/2005/8/layout/orgChart1"/>
    <dgm:cxn modelId="{38DE53A0-7A4D-7143-8345-3C70594A8D8A}" type="presOf" srcId="{CF9B5626-7FB7-4F12-A803-E460767C759A}" destId="{381E8832-C68D-7445-AF38-36CC90F9737D}" srcOrd="0" destOrd="0" presId="urn:microsoft.com/office/officeart/2005/8/layout/orgChart1"/>
    <dgm:cxn modelId="{4F164DA1-FDE8-2747-8B42-30297F2D7C38}" type="presOf" srcId="{F1726AEE-CE55-4BB4-A8AA-8800550F371C}" destId="{4B274DE1-F8EB-436E-8EF8-9BB263E2A1FD}" srcOrd="0" destOrd="0" presId="urn:microsoft.com/office/officeart/2005/8/layout/orgChart1"/>
    <dgm:cxn modelId="{DC4D6DA3-FB3D-4A9F-B195-F023A46EBCFF}" srcId="{36E3B70A-2B3C-4CB6-8258-F783A8D947BE}" destId="{E19E024F-CBA0-486F-8154-B476C77F0020}" srcOrd="1" destOrd="0" parTransId="{2905B16C-77D4-4CB9-8BFC-781286174F38}" sibTransId="{ADDD845D-4CD4-4B3F-AB2B-4E39F9B0BFA6}"/>
    <dgm:cxn modelId="{362AC5A4-3600-9046-98E1-CEFF3F10468C}" type="presOf" srcId="{829EEEF6-E0FC-4E2A-B21E-EE176E5A1308}" destId="{450D2E4B-CD77-594F-A07F-687A0EAA0567}" srcOrd="0" destOrd="0" presId="urn:microsoft.com/office/officeart/2005/8/layout/orgChart1"/>
    <dgm:cxn modelId="{B53902A5-BCD7-8045-A129-5EC3A7560926}" type="presOf" srcId="{944D8054-A2B7-4299-B693-A3F41E66066D}" destId="{5FA93C53-AD88-4E71-8701-C65862888267}" srcOrd="0" destOrd="0" presId="urn:microsoft.com/office/officeart/2005/8/layout/orgChart1"/>
    <dgm:cxn modelId="{3EDD87A6-13FA-A74A-A1E1-8DA3A309479D}" type="presOf" srcId="{C4CA07C3-E713-4CD5-8BC0-C3536C8A44AA}" destId="{72862D5A-0850-4258-B39C-C7A831D05815}" srcOrd="1" destOrd="0" presId="urn:microsoft.com/office/officeart/2005/8/layout/orgChart1"/>
    <dgm:cxn modelId="{686B97A7-B359-D845-B583-CC15F94AEA9C}" type="presOf" srcId="{0DA66697-6CB8-4EF4-A2AD-2BBD93CD5158}" destId="{54E3BDAB-1EF0-4652-B5AE-0396F0252114}" srcOrd="0" destOrd="0" presId="urn:microsoft.com/office/officeart/2005/8/layout/orgChart1"/>
    <dgm:cxn modelId="{A58ABAA7-A9C5-7A41-948C-0A05D8708F84}" type="presOf" srcId="{C95ED86A-4959-4DA4-8CEE-B429C5F3AE99}" destId="{7C67D73B-951B-4492-9425-8E81EBF1C980}" srcOrd="1" destOrd="0" presId="urn:microsoft.com/office/officeart/2005/8/layout/orgChart1"/>
    <dgm:cxn modelId="{3B9D83AA-26D0-4F6A-A2F5-20AA2B5CB4B9}" srcId="{C4CA07C3-E713-4CD5-8BC0-C3536C8A44AA}" destId="{4A020AB9-1CB9-4A73-A69B-DF30A6A8FD18}" srcOrd="1" destOrd="0" parTransId="{A907B150-ED25-4992-87D3-BE0B10E5A6F1}" sibTransId="{142F3B7E-BD69-411E-9FFF-2B0372586099}"/>
    <dgm:cxn modelId="{A59F16AB-960E-7445-836C-776567FC25C1}" type="presOf" srcId="{0DDEBA6E-DCFC-429B-A5C1-488212499341}" destId="{956D2ABF-230E-485E-A3D0-3DEBB4D338F8}" srcOrd="0" destOrd="0" presId="urn:microsoft.com/office/officeart/2005/8/layout/orgChart1"/>
    <dgm:cxn modelId="{135EB6AE-FF51-EF43-ABC4-70A5EEB47B3D}" type="presOf" srcId="{EC5B6BA5-8B27-48D1-BC34-DC94FCB181D7}" destId="{D71B566B-68C3-44C5-AE09-39FDA3398244}" srcOrd="0" destOrd="0" presId="urn:microsoft.com/office/officeart/2005/8/layout/orgChart1"/>
    <dgm:cxn modelId="{11B684B2-13E7-486E-AD86-28B9159AF260}" srcId="{36E3B70A-2B3C-4CB6-8258-F783A8D947BE}" destId="{0DA66697-6CB8-4EF4-A2AD-2BBD93CD5158}" srcOrd="3" destOrd="0" parTransId="{04B99688-13A1-49D0-BBA7-055FD790B623}" sibTransId="{DAFBD978-87A9-4498-9C9C-F298390007C0}"/>
    <dgm:cxn modelId="{8AEFBAB4-05E3-4949-A06C-11B6CC0EF31B}" type="presOf" srcId="{A907B150-ED25-4992-87D3-BE0B10E5A6F1}" destId="{B7F1AA00-3EB5-8249-8AFE-0131480CF18B}" srcOrd="0" destOrd="0" presId="urn:microsoft.com/office/officeart/2005/8/layout/orgChart1"/>
    <dgm:cxn modelId="{6AB619B5-0407-764C-80F6-6B3413A4EA9E}" type="presOf" srcId="{CC309443-3AE2-4840-BF6D-742DD89C02B0}" destId="{671257BA-C660-4926-A88A-3F9B6AB919D8}" srcOrd="1" destOrd="0" presId="urn:microsoft.com/office/officeart/2005/8/layout/orgChart1"/>
    <dgm:cxn modelId="{9A8E0CBA-FA6C-B14B-8E5D-06BF9E6AC236}" type="presOf" srcId="{D69A1BCA-7F2E-4B66-AD87-7F8F5F0E7127}" destId="{02ACFB1C-7BCC-4DE5-94C2-5894F416E328}" srcOrd="1" destOrd="0" presId="urn:microsoft.com/office/officeart/2005/8/layout/orgChart1"/>
    <dgm:cxn modelId="{7EB24DBF-9F8D-354D-8849-F523FD1F2D20}" type="presOf" srcId="{5464455F-FE27-4E2B-B770-7475AE342F46}" destId="{21186AF9-0E86-4521-938D-82BCE35523BA}" srcOrd="1" destOrd="0" presId="urn:microsoft.com/office/officeart/2005/8/layout/orgChart1"/>
    <dgm:cxn modelId="{B92169BF-31F3-D44C-BC92-BE34E2270775}" type="presOf" srcId="{E1B10AF9-0298-4395-94AA-D492910DB747}" destId="{F68AAAE6-848F-9C43-944D-8A671215838E}" srcOrd="0" destOrd="0" presId="urn:microsoft.com/office/officeart/2005/8/layout/orgChart1"/>
    <dgm:cxn modelId="{4C78FEC4-1776-E445-AC3A-80DD8FF15B3C}" type="presOf" srcId="{A7FE76EE-D1E0-4C85-BEBD-F4F35AA4EDA6}" destId="{0D653DA5-927F-4957-AA41-C0BCBE977E06}" srcOrd="1" destOrd="0" presId="urn:microsoft.com/office/officeart/2005/8/layout/orgChart1"/>
    <dgm:cxn modelId="{92E547C6-6E28-467F-9E4D-A85F618D7BD6}" srcId="{AE733884-D7E6-46AE-8BC0-0E2A02161842}" destId="{49CB201D-86A2-4F12-916B-6ADD2617F8F8}" srcOrd="1" destOrd="0" parTransId="{92827E6D-CF61-4C2B-8B33-2C38F2110338}" sibTransId="{C369EC8E-AE0F-4C7C-9CFE-FE2FFC25AB90}"/>
    <dgm:cxn modelId="{37EF61C7-1113-4A72-82CF-CC37FB74EFE7}" srcId="{E19E024F-CBA0-486F-8154-B476C77F0020}" destId="{009318C8-8591-4C1B-891A-490442B47FAF}" srcOrd="0" destOrd="0" parTransId="{5942B258-29FD-4AB2-923C-2F985D439EC7}" sibTransId="{106EE8BD-0836-4913-8CF4-BDFF274B9C5F}"/>
    <dgm:cxn modelId="{088462C7-E812-9B49-A6CF-F7CBD863932F}" type="presOf" srcId="{2EF0AAD6-7F59-4A6B-A71D-0B0DF363F5B2}" destId="{B2510053-63B2-ED42-BAFC-F4AF4050DF8B}" srcOrd="0" destOrd="0" presId="urn:microsoft.com/office/officeart/2005/8/layout/orgChart1"/>
    <dgm:cxn modelId="{B842E8C7-816C-7D46-9BBC-242E1F9EFA73}" type="presOf" srcId="{4B84B45B-D670-4CE0-9EF1-C767B22A205B}" destId="{E1B56F29-FEAB-4CE2-B259-C385F12F92A6}" srcOrd="1" destOrd="0" presId="urn:microsoft.com/office/officeart/2005/8/layout/orgChart1"/>
    <dgm:cxn modelId="{B99B0EC9-2040-4011-A624-077B05B27096}" srcId="{BD93D27F-6DCB-4C5E-ABB8-D1EEE6ED99C8}" destId="{C95ED86A-4959-4DA4-8CEE-B429C5F3AE99}" srcOrd="1" destOrd="0" parTransId="{ECFC4A49-5796-4443-950F-58AA783E61B0}" sibTransId="{DC549162-694A-4E5C-B0D9-C707BE00B4AB}"/>
    <dgm:cxn modelId="{499F96CA-F161-7B4A-9A30-2F827DC6FC3E}" type="presOf" srcId="{4A020AB9-1CB9-4A73-A69B-DF30A6A8FD18}" destId="{6E9830BB-1E38-49E6-A242-85C17CB4378F}" srcOrd="0" destOrd="0" presId="urn:microsoft.com/office/officeart/2005/8/layout/orgChart1"/>
    <dgm:cxn modelId="{8015BCCA-10A8-4CD6-9470-22AB4F79C854}" srcId="{7A7C0BE4-DBF4-4822-AD17-934CD1F18143}" destId="{BD93D27F-6DCB-4C5E-ABB8-D1EEE6ED99C8}" srcOrd="0" destOrd="0" parTransId="{E1B10AF9-0298-4395-94AA-D492910DB747}" sibTransId="{74BBCA0F-EE83-4112-B4AF-E47662E275ED}"/>
    <dgm:cxn modelId="{D272E7CD-3482-8148-A445-ACD5095D926A}" type="presOf" srcId="{4A020AB9-1CB9-4A73-A69B-DF30A6A8FD18}" destId="{760D6E9B-D7AF-41AD-A0CF-C82E1A34CE73}" srcOrd="1" destOrd="0" presId="urn:microsoft.com/office/officeart/2005/8/layout/orgChart1"/>
    <dgm:cxn modelId="{A44E4FCE-C48E-F144-BA42-9B6B15176D34}" type="presOf" srcId="{9A27FA61-BD83-43D4-A894-AE1B5F6799DC}" destId="{C160F719-B833-E744-990C-02441EB444CD}" srcOrd="0" destOrd="0" presId="urn:microsoft.com/office/officeart/2005/8/layout/orgChart1"/>
    <dgm:cxn modelId="{FD72C1D1-27C7-4EAF-A494-D73D5EB0BEFF}" srcId="{009318C8-8591-4C1B-891A-490442B47FAF}" destId="{D87E956D-0547-4128-AFF1-BD73C88E3683}" srcOrd="0" destOrd="0" parTransId="{96DF1B58-6C96-457F-B9C5-CA7F883CA9C3}" sibTransId="{B3B0C96C-471B-4169-AD62-020428869CE6}"/>
    <dgm:cxn modelId="{56F0E5D2-3A9A-F04A-977E-5EA71D909F24}" type="presOf" srcId="{0DDEBA6E-DCFC-429B-A5C1-488212499341}" destId="{7C58EA12-E3D8-4BC0-B5D5-019C33AF6680}" srcOrd="1" destOrd="0" presId="urn:microsoft.com/office/officeart/2005/8/layout/orgChart1"/>
    <dgm:cxn modelId="{085CE9D3-ED2C-884B-B295-BFFE7ADFC9AD}" type="presOf" srcId="{6481E83F-D673-4C63-B7D8-46D56BB0E885}" destId="{B5D3ED98-E45E-3B4D-8E6B-4A5120E25264}" srcOrd="0" destOrd="0" presId="urn:microsoft.com/office/officeart/2005/8/layout/orgChart1"/>
    <dgm:cxn modelId="{5523E8D9-3333-B347-A280-4B15A4A8623D}" type="presOf" srcId="{62693056-0B0D-4626-992C-051F2E792B18}" destId="{F7247382-C074-4C72-ADDC-D709CD3F2E84}" srcOrd="1" destOrd="0" presId="urn:microsoft.com/office/officeart/2005/8/layout/orgChart1"/>
    <dgm:cxn modelId="{2EAC14DB-A503-264D-8444-D538F5DD72BA}" type="presOf" srcId="{ECFC4A49-5796-4443-950F-58AA783E61B0}" destId="{A81F0EBF-9A22-C949-839A-DC13070B6362}" srcOrd="0" destOrd="0" presId="urn:microsoft.com/office/officeart/2005/8/layout/orgChart1"/>
    <dgm:cxn modelId="{3E2493DF-B30D-414A-B05C-D9413BE7AF77}" srcId="{36E3B70A-2B3C-4CB6-8258-F783A8D947BE}" destId="{AC7B98EA-B026-4F08-8052-EC037FB5D742}" srcOrd="4" destOrd="0" parTransId="{184A1767-DA0B-466E-A9D1-FB42AE272BD1}" sibTransId="{051A0850-0203-443D-AB2E-9CD76C243A2A}"/>
    <dgm:cxn modelId="{1A0D7FEA-91DA-8847-A0DF-87ADA2A61C5A}" type="presOf" srcId="{4B84B45B-D670-4CE0-9EF1-C767B22A205B}" destId="{386E7981-007A-4D9B-8E37-42A3371909A9}" srcOrd="0" destOrd="0" presId="urn:microsoft.com/office/officeart/2005/8/layout/orgChart1"/>
    <dgm:cxn modelId="{C70535ED-797C-304F-8F11-BC89FEE5BA95}" type="presOf" srcId="{009318C8-8591-4C1B-891A-490442B47FAF}" destId="{29E70C57-4F32-4E6B-9204-DBD04013252F}" srcOrd="0" destOrd="0" presId="urn:microsoft.com/office/officeart/2005/8/layout/orgChart1"/>
    <dgm:cxn modelId="{A68453F0-DA52-9147-B314-FDAACC7AB8B7}" type="presOf" srcId="{36E3B70A-2B3C-4CB6-8258-F783A8D947BE}" destId="{CA11A3FA-01E0-4DBE-9FE3-99C7CF27F1EF}" srcOrd="1" destOrd="0" presId="urn:microsoft.com/office/officeart/2005/8/layout/orgChart1"/>
    <dgm:cxn modelId="{FE0765F2-9ED6-410C-B560-E92D00792803}" srcId="{0DA66697-6CB8-4EF4-A2AD-2BBD93CD5158}" destId="{AE733884-D7E6-46AE-8BC0-0E2A02161842}" srcOrd="0" destOrd="0" parTransId="{80A5AAE1-3016-4C2B-BC6F-F5B7F86617C3}" sibTransId="{FB779B04-70CA-4845-AC31-42114BF03D96}"/>
    <dgm:cxn modelId="{FC69E7F6-6A24-5B43-8823-BEA50942AB82}" type="presOf" srcId="{ED448E46-0EEB-443E-8BA7-D1038693D95C}" destId="{C5372A67-3CF8-6844-A9A9-DC051455587B}" srcOrd="0" destOrd="0" presId="urn:microsoft.com/office/officeart/2005/8/layout/orgChart1"/>
    <dgm:cxn modelId="{809C64F8-F971-DF43-BAC5-664E4182104D}" type="presOf" srcId="{7A7C0BE4-DBF4-4822-AD17-934CD1F18143}" destId="{8D52E369-8AEA-48B9-B728-6DFAF6AE1955}" srcOrd="1" destOrd="0" presId="urn:microsoft.com/office/officeart/2005/8/layout/orgChart1"/>
    <dgm:cxn modelId="{1FE44BFE-E16C-6147-BB89-2C0251D73BBC}" type="presOf" srcId="{AE733884-D7E6-46AE-8BC0-0E2A02161842}" destId="{9020AF5B-9D8D-4762-8614-37F103936405}" srcOrd="0" destOrd="0" presId="urn:microsoft.com/office/officeart/2005/8/layout/orgChart1"/>
    <dgm:cxn modelId="{5CA6C2BE-8932-334B-B2EB-92F286D84195}" type="presParOf" srcId="{5E0D9EA1-9489-4592-9738-7918480FCB62}" destId="{F44B72BE-01EB-4D40-B520-EB27B33F5DE2}" srcOrd="0" destOrd="0" presId="urn:microsoft.com/office/officeart/2005/8/layout/orgChart1"/>
    <dgm:cxn modelId="{5940BE62-8471-0548-8470-CF3AEAC1FD9A}" type="presParOf" srcId="{F44B72BE-01EB-4D40-B520-EB27B33F5DE2}" destId="{0357C0BB-7D1D-4082-A6A5-7B4437DACF93}" srcOrd="0" destOrd="0" presId="urn:microsoft.com/office/officeart/2005/8/layout/orgChart1"/>
    <dgm:cxn modelId="{2297D5A3-C759-E848-B9F6-852037B5BC80}" type="presParOf" srcId="{0357C0BB-7D1D-4082-A6A5-7B4437DACF93}" destId="{2B6B62F3-3567-4C95-960A-6F5C0EE787E2}" srcOrd="0" destOrd="0" presId="urn:microsoft.com/office/officeart/2005/8/layout/orgChart1"/>
    <dgm:cxn modelId="{9E302BCC-CF97-D04F-B5DB-6E4972D94009}" type="presParOf" srcId="{0357C0BB-7D1D-4082-A6A5-7B4437DACF93}" destId="{CA11A3FA-01E0-4DBE-9FE3-99C7CF27F1EF}" srcOrd="1" destOrd="0" presId="urn:microsoft.com/office/officeart/2005/8/layout/orgChart1"/>
    <dgm:cxn modelId="{8C22C566-34B0-B349-A4FF-94A89FFB854A}" type="presParOf" srcId="{F44B72BE-01EB-4D40-B520-EB27B33F5DE2}" destId="{EFCB87B7-8102-4D9F-9F0B-35CF70E40100}" srcOrd="1" destOrd="0" presId="urn:microsoft.com/office/officeart/2005/8/layout/orgChart1"/>
    <dgm:cxn modelId="{DC289D02-8EBB-5246-8510-4E08D2EC3F22}" type="presParOf" srcId="{EFCB87B7-8102-4D9F-9F0B-35CF70E40100}" destId="{A100D25F-21B2-1645-A92A-DC662ACBB090}" srcOrd="0" destOrd="0" presId="urn:microsoft.com/office/officeart/2005/8/layout/orgChart1"/>
    <dgm:cxn modelId="{31947B8A-2AA6-F54B-A3D3-16D0D2301DFC}" type="presParOf" srcId="{EFCB87B7-8102-4D9F-9F0B-35CF70E40100}" destId="{C968EE59-5448-4192-A57B-4E9C51EF2BB0}" srcOrd="1" destOrd="0" presId="urn:microsoft.com/office/officeart/2005/8/layout/orgChart1"/>
    <dgm:cxn modelId="{1C3C59CD-0CB5-BA41-9949-38FD05E4EF9F}" type="presParOf" srcId="{C968EE59-5448-4192-A57B-4E9C51EF2BB0}" destId="{400E2DC8-93DC-4015-966C-EAD405F9B4BD}" srcOrd="0" destOrd="0" presId="urn:microsoft.com/office/officeart/2005/8/layout/orgChart1"/>
    <dgm:cxn modelId="{E5B040F5-DE6E-4440-A913-60540874E4FA}" type="presParOf" srcId="{400E2DC8-93DC-4015-966C-EAD405F9B4BD}" destId="{F02ACFEF-EA72-4E53-AEA6-88742DAE6E43}" srcOrd="0" destOrd="0" presId="urn:microsoft.com/office/officeart/2005/8/layout/orgChart1"/>
    <dgm:cxn modelId="{5AD8F168-EAB0-AB4D-BCCB-445263EA8BDE}" type="presParOf" srcId="{400E2DC8-93DC-4015-966C-EAD405F9B4BD}" destId="{CB55DB27-6DC2-4102-B6F8-337C4EFD8ECC}" srcOrd="1" destOrd="0" presId="urn:microsoft.com/office/officeart/2005/8/layout/orgChart1"/>
    <dgm:cxn modelId="{6FFE33FA-F930-964D-BD77-90AA7EC7258C}" type="presParOf" srcId="{C968EE59-5448-4192-A57B-4E9C51EF2BB0}" destId="{B29E53A9-2CFE-4261-A4E4-409E8F3E485A}" srcOrd="1" destOrd="0" presId="urn:microsoft.com/office/officeart/2005/8/layout/orgChart1"/>
    <dgm:cxn modelId="{BF785047-E811-B94F-9C06-DFE2BA26D11D}" type="presParOf" srcId="{B29E53A9-2CFE-4261-A4E4-409E8F3E485A}" destId="{6D945408-EDFC-B645-B238-8A8FF79D2EF8}" srcOrd="0" destOrd="0" presId="urn:microsoft.com/office/officeart/2005/8/layout/orgChart1"/>
    <dgm:cxn modelId="{D46680DE-7915-D84C-A418-1F351AC74B4D}" type="presParOf" srcId="{B29E53A9-2CFE-4261-A4E4-409E8F3E485A}" destId="{DA691FFB-13DF-49A2-BD04-7920171D12AD}" srcOrd="1" destOrd="0" presId="urn:microsoft.com/office/officeart/2005/8/layout/orgChart1"/>
    <dgm:cxn modelId="{0F985183-2EBC-8D46-BCF8-C35542FE4F19}" type="presParOf" srcId="{DA691FFB-13DF-49A2-BD04-7920171D12AD}" destId="{4316C422-5764-4DE1-AD36-C05C907937AE}" srcOrd="0" destOrd="0" presId="urn:microsoft.com/office/officeart/2005/8/layout/orgChart1"/>
    <dgm:cxn modelId="{05AE90E7-9067-074A-8B5E-B57D130CEB65}" type="presParOf" srcId="{4316C422-5764-4DE1-AD36-C05C907937AE}" destId="{D474D648-7468-441D-88AC-BCC959BD78E4}" srcOrd="0" destOrd="0" presId="urn:microsoft.com/office/officeart/2005/8/layout/orgChart1"/>
    <dgm:cxn modelId="{E501AF2D-9904-4940-96AF-462FF70D6846}" type="presParOf" srcId="{4316C422-5764-4DE1-AD36-C05C907937AE}" destId="{21186AF9-0E86-4521-938D-82BCE35523BA}" srcOrd="1" destOrd="0" presId="urn:microsoft.com/office/officeart/2005/8/layout/orgChart1"/>
    <dgm:cxn modelId="{D846AF8A-E1B4-604D-A735-7AD5B6139A36}" type="presParOf" srcId="{DA691FFB-13DF-49A2-BD04-7920171D12AD}" destId="{3C5E3954-5722-44E6-9988-67FED9443C39}" srcOrd="1" destOrd="0" presId="urn:microsoft.com/office/officeart/2005/8/layout/orgChart1"/>
    <dgm:cxn modelId="{66C97AE7-C588-2041-B516-017F9DDFFDF2}" type="presParOf" srcId="{3C5E3954-5722-44E6-9988-67FED9443C39}" destId="{C160F719-B833-E744-990C-02441EB444CD}" srcOrd="0" destOrd="0" presId="urn:microsoft.com/office/officeart/2005/8/layout/orgChart1"/>
    <dgm:cxn modelId="{6E598BD0-3832-F14A-8FAD-825D7F34F6BA}" type="presParOf" srcId="{3C5E3954-5722-44E6-9988-67FED9443C39}" destId="{1F17743D-5CB8-46FD-A0C7-14DE6377A0CE}" srcOrd="1" destOrd="0" presId="urn:microsoft.com/office/officeart/2005/8/layout/orgChart1"/>
    <dgm:cxn modelId="{52928843-A34A-4C4C-9C78-EC93C119C33B}" type="presParOf" srcId="{1F17743D-5CB8-46FD-A0C7-14DE6377A0CE}" destId="{188EAA2B-EE2B-4D72-90FD-023AE23D081E}" srcOrd="0" destOrd="0" presId="urn:microsoft.com/office/officeart/2005/8/layout/orgChart1"/>
    <dgm:cxn modelId="{9AB4C4A3-B70E-394C-9DA0-E1B9475E9BBB}" type="presParOf" srcId="{188EAA2B-EE2B-4D72-90FD-023AE23D081E}" destId="{5FA93C53-AD88-4E71-8701-C65862888267}" srcOrd="0" destOrd="0" presId="urn:microsoft.com/office/officeart/2005/8/layout/orgChart1"/>
    <dgm:cxn modelId="{F132E861-1822-084F-A5CE-CF18E6BB9FDA}" type="presParOf" srcId="{188EAA2B-EE2B-4D72-90FD-023AE23D081E}" destId="{DFD2B241-8E3F-4599-8C22-3587F16C12D4}" srcOrd="1" destOrd="0" presId="urn:microsoft.com/office/officeart/2005/8/layout/orgChart1"/>
    <dgm:cxn modelId="{1CCE3B23-3A86-A148-96AD-B1D11AF4B6B9}" type="presParOf" srcId="{1F17743D-5CB8-46FD-A0C7-14DE6377A0CE}" destId="{8A853E33-A069-4F54-B971-FDFC77DCBB4A}" srcOrd="1" destOrd="0" presId="urn:microsoft.com/office/officeart/2005/8/layout/orgChart1"/>
    <dgm:cxn modelId="{F8244EA0-E7F2-3F41-BAF9-80689F4ECF60}" type="presParOf" srcId="{1F17743D-5CB8-46FD-A0C7-14DE6377A0CE}" destId="{57B28EAF-CEBB-4147-8FF2-E8D5AFA7C88D}" srcOrd="2" destOrd="0" presId="urn:microsoft.com/office/officeart/2005/8/layout/orgChart1"/>
    <dgm:cxn modelId="{D5DE2A5A-01D2-7B4D-BADD-0A603D48E4E6}" type="presParOf" srcId="{DA691FFB-13DF-49A2-BD04-7920171D12AD}" destId="{92D96794-3400-4074-955E-5E8F92537A8E}" srcOrd="2" destOrd="0" presId="urn:microsoft.com/office/officeart/2005/8/layout/orgChart1"/>
    <dgm:cxn modelId="{39E318B5-0DAB-1445-B9FE-F95A8EF30959}" type="presParOf" srcId="{B29E53A9-2CFE-4261-A4E4-409E8F3E485A}" destId="{C5372A67-3CF8-6844-A9A9-DC051455587B}" srcOrd="2" destOrd="0" presId="urn:microsoft.com/office/officeart/2005/8/layout/orgChart1"/>
    <dgm:cxn modelId="{3A3CC988-ACF2-AA49-9937-0BF9621303D2}" type="presParOf" srcId="{B29E53A9-2CFE-4261-A4E4-409E8F3E485A}" destId="{FCBB33FF-493F-48AA-82EE-AE4621F48D1C}" srcOrd="3" destOrd="0" presId="urn:microsoft.com/office/officeart/2005/8/layout/orgChart1"/>
    <dgm:cxn modelId="{8F8DA437-5CDF-064F-AACC-CBA146C4B950}" type="presParOf" srcId="{FCBB33FF-493F-48AA-82EE-AE4621F48D1C}" destId="{B478F18F-D1AE-4367-9C9F-6B595C41E78C}" srcOrd="0" destOrd="0" presId="urn:microsoft.com/office/officeart/2005/8/layout/orgChart1"/>
    <dgm:cxn modelId="{95F980F8-3C23-004C-96DA-9C54B1D33B2B}" type="presParOf" srcId="{B478F18F-D1AE-4367-9C9F-6B595C41E78C}" destId="{F44AF9BF-75C6-47A6-A313-D0B4E283FDEF}" srcOrd="0" destOrd="0" presId="urn:microsoft.com/office/officeart/2005/8/layout/orgChart1"/>
    <dgm:cxn modelId="{04F69F9E-E03E-D547-B15B-F1CDE6C23FA1}" type="presParOf" srcId="{B478F18F-D1AE-4367-9C9F-6B595C41E78C}" destId="{F7247382-C074-4C72-ADDC-D709CD3F2E84}" srcOrd="1" destOrd="0" presId="urn:microsoft.com/office/officeart/2005/8/layout/orgChart1"/>
    <dgm:cxn modelId="{2A7F3FAF-1AF6-3944-B2AE-1631CFB7C099}" type="presParOf" srcId="{FCBB33FF-493F-48AA-82EE-AE4621F48D1C}" destId="{9218657B-578C-4E78-AEC3-BFCC6F39D83A}" srcOrd="1" destOrd="0" presId="urn:microsoft.com/office/officeart/2005/8/layout/orgChart1"/>
    <dgm:cxn modelId="{E852AEA7-669A-004D-B155-103AE3958796}" type="presParOf" srcId="{9218657B-578C-4E78-AEC3-BFCC6F39D83A}" destId="{0A485551-8F6B-B14D-90F3-116F130F9BED}" srcOrd="0" destOrd="0" presId="urn:microsoft.com/office/officeart/2005/8/layout/orgChart1"/>
    <dgm:cxn modelId="{5CD183A1-F9B0-3E4A-8CBF-ADFDC32E5C6A}" type="presParOf" srcId="{9218657B-578C-4E78-AEC3-BFCC6F39D83A}" destId="{233F2233-CDBF-4CE4-A5D3-8DB1ABA92B38}" srcOrd="1" destOrd="0" presId="urn:microsoft.com/office/officeart/2005/8/layout/orgChart1"/>
    <dgm:cxn modelId="{9170950D-260E-8E41-A6DC-D26356BA00B5}" type="presParOf" srcId="{233F2233-CDBF-4CE4-A5D3-8DB1ABA92B38}" destId="{25557D12-B2B6-418C-BF37-7B8FC4A8AF46}" srcOrd="0" destOrd="0" presId="urn:microsoft.com/office/officeart/2005/8/layout/orgChart1"/>
    <dgm:cxn modelId="{72F20D9F-8870-0349-8B02-C55B39DB7EB6}" type="presParOf" srcId="{25557D12-B2B6-418C-BF37-7B8FC4A8AF46}" destId="{EBB435CD-EE78-40CD-8E31-1604916C3BCC}" srcOrd="0" destOrd="0" presId="urn:microsoft.com/office/officeart/2005/8/layout/orgChart1"/>
    <dgm:cxn modelId="{285DCD53-F7C5-BA46-94D0-FB24FF2DAB88}" type="presParOf" srcId="{25557D12-B2B6-418C-BF37-7B8FC4A8AF46}" destId="{2469655B-2403-48A3-87D6-41B6A5F7F88F}" srcOrd="1" destOrd="0" presId="urn:microsoft.com/office/officeart/2005/8/layout/orgChart1"/>
    <dgm:cxn modelId="{DD53B181-C554-394F-883C-F4A0CD3C5E70}" type="presParOf" srcId="{233F2233-CDBF-4CE4-A5D3-8DB1ABA92B38}" destId="{6F4C2642-F5EA-4965-A015-EFBD43DB06DD}" srcOrd="1" destOrd="0" presId="urn:microsoft.com/office/officeart/2005/8/layout/orgChart1"/>
    <dgm:cxn modelId="{7E528C70-1FD2-3643-B339-8D6B2057ED00}" type="presParOf" srcId="{233F2233-CDBF-4CE4-A5D3-8DB1ABA92B38}" destId="{B6F10B2E-C10D-4326-ABEE-CECD07074E2D}" srcOrd="2" destOrd="0" presId="urn:microsoft.com/office/officeart/2005/8/layout/orgChart1"/>
    <dgm:cxn modelId="{9681DD7B-7A52-6744-8A49-C5CE2A008BA5}" type="presParOf" srcId="{9218657B-578C-4E78-AEC3-BFCC6F39D83A}" destId="{80BDFC72-5E85-9045-99B4-6C10C423CC98}" srcOrd="2" destOrd="0" presId="urn:microsoft.com/office/officeart/2005/8/layout/orgChart1"/>
    <dgm:cxn modelId="{C8C83416-EACC-E84F-ADAB-B4D3AD398F19}" type="presParOf" srcId="{9218657B-578C-4E78-AEC3-BFCC6F39D83A}" destId="{50209A6F-69E5-4BFF-9F36-B9CFBFC52EDD}" srcOrd="3" destOrd="0" presId="urn:microsoft.com/office/officeart/2005/8/layout/orgChart1"/>
    <dgm:cxn modelId="{63AFD1CE-9B2D-C64C-BDA9-A9D883FB9ED1}" type="presParOf" srcId="{50209A6F-69E5-4BFF-9F36-B9CFBFC52EDD}" destId="{965AC424-5862-49FF-9DAD-9176062A4459}" srcOrd="0" destOrd="0" presId="urn:microsoft.com/office/officeart/2005/8/layout/orgChart1"/>
    <dgm:cxn modelId="{94CB06F7-F837-5E45-ADC0-7F1F4292B664}" type="presParOf" srcId="{965AC424-5862-49FF-9DAD-9176062A4459}" destId="{956D2ABF-230E-485E-A3D0-3DEBB4D338F8}" srcOrd="0" destOrd="0" presId="urn:microsoft.com/office/officeart/2005/8/layout/orgChart1"/>
    <dgm:cxn modelId="{FAA72341-05E9-644A-8C15-C3CF9CB70A86}" type="presParOf" srcId="{965AC424-5862-49FF-9DAD-9176062A4459}" destId="{7C58EA12-E3D8-4BC0-B5D5-019C33AF6680}" srcOrd="1" destOrd="0" presId="urn:microsoft.com/office/officeart/2005/8/layout/orgChart1"/>
    <dgm:cxn modelId="{98E942AC-0EF4-6F4C-A091-9E2D6D3AC39B}" type="presParOf" srcId="{50209A6F-69E5-4BFF-9F36-B9CFBFC52EDD}" destId="{3DD2F153-27C4-4673-845E-81EAC3CB5BD3}" srcOrd="1" destOrd="0" presId="urn:microsoft.com/office/officeart/2005/8/layout/orgChart1"/>
    <dgm:cxn modelId="{A37015E5-BE23-8C41-B096-1211F8FEF0CC}" type="presParOf" srcId="{50209A6F-69E5-4BFF-9F36-B9CFBFC52EDD}" destId="{C9FDEECF-9503-4795-BB0C-B95FD3D7BDE0}" srcOrd="2" destOrd="0" presId="urn:microsoft.com/office/officeart/2005/8/layout/orgChart1"/>
    <dgm:cxn modelId="{3314792E-6C4E-D04C-9379-EB0D580A272E}" type="presParOf" srcId="{FCBB33FF-493F-48AA-82EE-AE4621F48D1C}" destId="{90DDD4B3-33B8-4BF8-A096-7076777E3F50}" srcOrd="2" destOrd="0" presId="urn:microsoft.com/office/officeart/2005/8/layout/orgChart1"/>
    <dgm:cxn modelId="{0E49716F-399A-1743-868A-F0329ADD7E19}" type="presParOf" srcId="{C968EE59-5448-4192-A57B-4E9C51EF2BB0}" destId="{721D441D-BFE2-4A40-A374-71287467EE74}" srcOrd="2" destOrd="0" presId="urn:microsoft.com/office/officeart/2005/8/layout/orgChart1"/>
    <dgm:cxn modelId="{5CB5341A-483A-7747-8258-83F77D92A379}" type="presParOf" srcId="{EFCB87B7-8102-4D9F-9F0B-35CF70E40100}" destId="{B1CE2E64-0BD5-6D48-BAA3-600A5CFA469A}" srcOrd="2" destOrd="0" presId="urn:microsoft.com/office/officeart/2005/8/layout/orgChart1"/>
    <dgm:cxn modelId="{A91078CA-8768-6446-999B-4BD1E87EDBF8}" type="presParOf" srcId="{EFCB87B7-8102-4D9F-9F0B-35CF70E40100}" destId="{30EDB815-BF16-4973-928C-F874227AC077}" srcOrd="3" destOrd="0" presId="urn:microsoft.com/office/officeart/2005/8/layout/orgChart1"/>
    <dgm:cxn modelId="{3FB46DBF-4EAB-0046-8594-F95ACC16CD7D}" type="presParOf" srcId="{30EDB815-BF16-4973-928C-F874227AC077}" destId="{F1C26CE1-9348-4C6A-A33A-5543BA6CD673}" srcOrd="0" destOrd="0" presId="urn:microsoft.com/office/officeart/2005/8/layout/orgChart1"/>
    <dgm:cxn modelId="{D6D931EB-FDEF-004A-8212-BF0F8C8B581B}" type="presParOf" srcId="{F1C26CE1-9348-4C6A-A33A-5543BA6CD673}" destId="{2FFFCB54-00F2-40B3-9893-442426D049CD}" srcOrd="0" destOrd="0" presId="urn:microsoft.com/office/officeart/2005/8/layout/orgChart1"/>
    <dgm:cxn modelId="{2F5A1B92-4D58-214F-8498-441F02976A09}" type="presParOf" srcId="{F1C26CE1-9348-4C6A-A33A-5543BA6CD673}" destId="{DD238B7C-23F3-431B-BFFD-846C04B41C07}" srcOrd="1" destOrd="0" presId="urn:microsoft.com/office/officeart/2005/8/layout/orgChart1"/>
    <dgm:cxn modelId="{05B3AFF0-8DC8-3749-A7CD-C31B63660239}" type="presParOf" srcId="{30EDB815-BF16-4973-928C-F874227AC077}" destId="{967E8568-D808-4F03-B2C0-9B8AAE0B7790}" srcOrd="1" destOrd="0" presId="urn:microsoft.com/office/officeart/2005/8/layout/orgChart1"/>
    <dgm:cxn modelId="{BF763663-C47E-EB48-AC37-6803E00263D9}" type="presParOf" srcId="{967E8568-D808-4F03-B2C0-9B8AAE0B7790}" destId="{396FBEFC-46A9-4E44-A1CA-988E48BFAB45}" srcOrd="0" destOrd="0" presId="urn:microsoft.com/office/officeart/2005/8/layout/orgChart1"/>
    <dgm:cxn modelId="{D30DB22E-0F8B-0743-BF54-DF5D375D708E}" type="presParOf" srcId="{967E8568-D808-4F03-B2C0-9B8AAE0B7790}" destId="{0EB83B01-0E28-4BA6-9B5E-32B0C9934774}" srcOrd="1" destOrd="0" presId="urn:microsoft.com/office/officeart/2005/8/layout/orgChart1"/>
    <dgm:cxn modelId="{42C32847-FA9D-694D-AC34-B3F3217697C1}" type="presParOf" srcId="{0EB83B01-0E28-4BA6-9B5E-32B0C9934774}" destId="{91923F03-FB18-42D7-8BB2-D7D07CCE2350}" srcOrd="0" destOrd="0" presId="urn:microsoft.com/office/officeart/2005/8/layout/orgChart1"/>
    <dgm:cxn modelId="{13451CEB-20F7-674B-AA8C-F74DBBA88D76}" type="presParOf" srcId="{91923F03-FB18-42D7-8BB2-D7D07CCE2350}" destId="{29E70C57-4F32-4E6B-9204-DBD04013252F}" srcOrd="0" destOrd="0" presId="urn:microsoft.com/office/officeart/2005/8/layout/orgChart1"/>
    <dgm:cxn modelId="{7FCDA0DF-ECF8-344F-9E99-0487A0406E7F}" type="presParOf" srcId="{91923F03-FB18-42D7-8BB2-D7D07CCE2350}" destId="{82486B74-1D0A-4FDA-8388-8A437CBB200A}" srcOrd="1" destOrd="0" presId="urn:microsoft.com/office/officeart/2005/8/layout/orgChart1"/>
    <dgm:cxn modelId="{7181F361-2288-5B4E-80AC-62CED225FE6A}" type="presParOf" srcId="{0EB83B01-0E28-4BA6-9B5E-32B0C9934774}" destId="{7FA4CA9F-0D39-4ED1-A81A-4C9412AB4180}" srcOrd="1" destOrd="0" presId="urn:microsoft.com/office/officeart/2005/8/layout/orgChart1"/>
    <dgm:cxn modelId="{2EC90D1B-E5DA-A74E-A068-031AF48D4722}" type="presParOf" srcId="{7FA4CA9F-0D39-4ED1-A81A-4C9412AB4180}" destId="{85ADDAF6-28FD-457D-A12B-A0309B9A3DA3}" srcOrd="0" destOrd="0" presId="urn:microsoft.com/office/officeart/2005/8/layout/orgChart1"/>
    <dgm:cxn modelId="{D879705D-8249-D642-A7CE-E13F1008FC14}" type="presParOf" srcId="{7FA4CA9F-0D39-4ED1-A81A-4C9412AB4180}" destId="{8FFC1956-6814-46E5-B743-07BEB6B4AA40}" srcOrd="1" destOrd="0" presId="urn:microsoft.com/office/officeart/2005/8/layout/orgChart1"/>
    <dgm:cxn modelId="{EB3EEA1B-28FF-3747-89E5-36E311E11E49}" type="presParOf" srcId="{8FFC1956-6814-46E5-B743-07BEB6B4AA40}" destId="{42A72BE0-BAA5-4286-9C32-9CB437DFBE02}" srcOrd="0" destOrd="0" presId="urn:microsoft.com/office/officeart/2005/8/layout/orgChart1"/>
    <dgm:cxn modelId="{19D8038F-13BC-D748-ABF5-C59F21100A5C}" type="presParOf" srcId="{42A72BE0-BAA5-4286-9C32-9CB437DFBE02}" destId="{A850DDD4-C76B-420C-8E40-3E42FB92093A}" srcOrd="0" destOrd="0" presId="urn:microsoft.com/office/officeart/2005/8/layout/orgChart1"/>
    <dgm:cxn modelId="{FA254036-2087-FB4E-B6C0-C1552394AA6B}" type="presParOf" srcId="{42A72BE0-BAA5-4286-9C32-9CB437DFBE02}" destId="{185426BD-A78C-4C1C-8368-3F270184B3DA}" srcOrd="1" destOrd="0" presId="urn:microsoft.com/office/officeart/2005/8/layout/orgChart1"/>
    <dgm:cxn modelId="{6A7F1CD2-0C1F-C74E-AFD3-2CF87FDB596C}" type="presParOf" srcId="{8FFC1956-6814-46E5-B743-07BEB6B4AA40}" destId="{E55F5BC8-1230-4FFB-B782-F08B9411E916}" srcOrd="1" destOrd="0" presId="urn:microsoft.com/office/officeart/2005/8/layout/orgChart1"/>
    <dgm:cxn modelId="{CBA0EEB2-464A-0D46-9F51-8C2380AC4A14}" type="presParOf" srcId="{8FFC1956-6814-46E5-B743-07BEB6B4AA40}" destId="{80D6099C-1A26-4587-A75D-BC271416761A}" srcOrd="2" destOrd="0" presId="urn:microsoft.com/office/officeart/2005/8/layout/orgChart1"/>
    <dgm:cxn modelId="{50EA7516-270B-E74B-B770-B6DB7450BD67}" type="presParOf" srcId="{0EB83B01-0E28-4BA6-9B5E-32B0C9934774}" destId="{B13F45EF-F9E5-41E6-85DE-9A5BCD2213EB}" srcOrd="2" destOrd="0" presId="urn:microsoft.com/office/officeart/2005/8/layout/orgChart1"/>
    <dgm:cxn modelId="{AFD899E1-1B89-8743-A15F-593966EFC77B}" type="presParOf" srcId="{967E8568-D808-4F03-B2C0-9B8AAE0B7790}" destId="{B2510053-63B2-ED42-BAFC-F4AF4050DF8B}" srcOrd="2" destOrd="0" presId="urn:microsoft.com/office/officeart/2005/8/layout/orgChart1"/>
    <dgm:cxn modelId="{3E852349-2EFE-0F4E-9725-1485BE64968B}" type="presParOf" srcId="{967E8568-D808-4F03-B2C0-9B8AAE0B7790}" destId="{D8359675-34BF-41E9-B178-E0E483F65F55}" srcOrd="3" destOrd="0" presId="urn:microsoft.com/office/officeart/2005/8/layout/orgChart1"/>
    <dgm:cxn modelId="{98DAF814-D01D-694D-87B5-56850AB34E72}" type="presParOf" srcId="{D8359675-34BF-41E9-B178-E0E483F65F55}" destId="{0184EF3E-EDA4-42CC-9362-2E8D19B93C27}" srcOrd="0" destOrd="0" presId="urn:microsoft.com/office/officeart/2005/8/layout/orgChart1"/>
    <dgm:cxn modelId="{7157BE7E-7227-984D-89DB-59B0C6E5AF82}" type="presParOf" srcId="{0184EF3E-EDA4-42CC-9362-2E8D19B93C27}" destId="{561DD282-2FD7-4B3B-AF9C-264C1312B190}" srcOrd="0" destOrd="0" presId="urn:microsoft.com/office/officeart/2005/8/layout/orgChart1"/>
    <dgm:cxn modelId="{57431D5D-446B-7B41-8DB5-DBAC67224E99}" type="presParOf" srcId="{0184EF3E-EDA4-42CC-9362-2E8D19B93C27}" destId="{72862D5A-0850-4258-B39C-C7A831D05815}" srcOrd="1" destOrd="0" presId="urn:microsoft.com/office/officeart/2005/8/layout/orgChart1"/>
    <dgm:cxn modelId="{EEAC8B2E-FC75-5847-A1D9-61587D6B69CB}" type="presParOf" srcId="{D8359675-34BF-41E9-B178-E0E483F65F55}" destId="{B64597AA-C389-4DDA-90F6-FD4E2F3E04C9}" srcOrd="1" destOrd="0" presId="urn:microsoft.com/office/officeart/2005/8/layout/orgChart1"/>
    <dgm:cxn modelId="{5FA1A829-F22B-0147-8748-FBA25EB992E1}" type="presParOf" srcId="{B64597AA-C389-4DDA-90F6-FD4E2F3E04C9}" destId="{450D2E4B-CD77-594F-A07F-687A0EAA0567}" srcOrd="0" destOrd="0" presId="urn:microsoft.com/office/officeart/2005/8/layout/orgChart1"/>
    <dgm:cxn modelId="{C3361854-C216-8F4D-90A9-9D3A62EE97E5}" type="presParOf" srcId="{B64597AA-C389-4DDA-90F6-FD4E2F3E04C9}" destId="{3C548255-C9AC-41DF-9CF4-951C626BCB48}" srcOrd="1" destOrd="0" presId="urn:microsoft.com/office/officeart/2005/8/layout/orgChart1"/>
    <dgm:cxn modelId="{6CD76144-56AD-C844-94C7-16A4AA732AA8}" type="presParOf" srcId="{3C548255-C9AC-41DF-9CF4-951C626BCB48}" destId="{8F02A01D-08A0-48D1-9764-3FC915011FE9}" srcOrd="0" destOrd="0" presId="urn:microsoft.com/office/officeart/2005/8/layout/orgChart1"/>
    <dgm:cxn modelId="{CDD487BB-A688-9F41-B933-A7EEF406A958}" type="presParOf" srcId="{8F02A01D-08A0-48D1-9764-3FC915011FE9}" destId="{A0E2FFC6-8DAC-427C-8A73-3C43E738189C}" srcOrd="0" destOrd="0" presId="urn:microsoft.com/office/officeart/2005/8/layout/orgChart1"/>
    <dgm:cxn modelId="{03368BC7-88D9-374D-B625-9E6E640F7B52}" type="presParOf" srcId="{8F02A01D-08A0-48D1-9764-3FC915011FE9}" destId="{02ACFB1C-7BCC-4DE5-94C2-5894F416E328}" srcOrd="1" destOrd="0" presId="urn:microsoft.com/office/officeart/2005/8/layout/orgChart1"/>
    <dgm:cxn modelId="{A618A1CF-99BE-654D-8A75-50C474845821}" type="presParOf" srcId="{3C548255-C9AC-41DF-9CF4-951C626BCB48}" destId="{3EFB918E-136A-427B-AE30-1593EAD3DF72}" srcOrd="1" destOrd="0" presId="urn:microsoft.com/office/officeart/2005/8/layout/orgChart1"/>
    <dgm:cxn modelId="{EEF113F4-D0AA-4041-B2A9-F1B0750FBAB7}" type="presParOf" srcId="{3C548255-C9AC-41DF-9CF4-951C626BCB48}" destId="{E0F7DA18-A74F-4201-AD94-4C0B5D99D2F8}" srcOrd="2" destOrd="0" presId="urn:microsoft.com/office/officeart/2005/8/layout/orgChart1"/>
    <dgm:cxn modelId="{D125D22C-6A63-1B43-A984-7BEC7DD63C6C}" type="presParOf" srcId="{B64597AA-C389-4DDA-90F6-FD4E2F3E04C9}" destId="{B7F1AA00-3EB5-8249-8AFE-0131480CF18B}" srcOrd="2" destOrd="0" presId="urn:microsoft.com/office/officeart/2005/8/layout/orgChart1"/>
    <dgm:cxn modelId="{B8DD1226-9F7D-E344-813E-25C8CFF5047E}" type="presParOf" srcId="{B64597AA-C389-4DDA-90F6-FD4E2F3E04C9}" destId="{99281D23-B56F-4F5A-BFC5-193125C3B5D9}" srcOrd="3" destOrd="0" presId="urn:microsoft.com/office/officeart/2005/8/layout/orgChart1"/>
    <dgm:cxn modelId="{A987318A-DD2D-6C44-AFBF-9D11FF5549EF}" type="presParOf" srcId="{99281D23-B56F-4F5A-BFC5-193125C3B5D9}" destId="{EA8BE3EF-3F65-4127-9328-BA137659F553}" srcOrd="0" destOrd="0" presId="urn:microsoft.com/office/officeart/2005/8/layout/orgChart1"/>
    <dgm:cxn modelId="{2505C8EC-E910-F34D-9C27-9197932A85C1}" type="presParOf" srcId="{EA8BE3EF-3F65-4127-9328-BA137659F553}" destId="{6E9830BB-1E38-49E6-A242-85C17CB4378F}" srcOrd="0" destOrd="0" presId="urn:microsoft.com/office/officeart/2005/8/layout/orgChart1"/>
    <dgm:cxn modelId="{D3247396-D048-2645-AE7A-75C0E6013E7C}" type="presParOf" srcId="{EA8BE3EF-3F65-4127-9328-BA137659F553}" destId="{760D6E9B-D7AF-41AD-A0CF-C82E1A34CE73}" srcOrd="1" destOrd="0" presId="urn:microsoft.com/office/officeart/2005/8/layout/orgChart1"/>
    <dgm:cxn modelId="{F8E01881-63D2-AC4D-B459-64D81F879ACF}" type="presParOf" srcId="{99281D23-B56F-4F5A-BFC5-193125C3B5D9}" destId="{B2DE775F-610A-4BD7-92DD-3CB6910E4F86}" srcOrd="1" destOrd="0" presId="urn:microsoft.com/office/officeart/2005/8/layout/orgChart1"/>
    <dgm:cxn modelId="{07341CE7-33B0-F24D-A464-4923BD785953}" type="presParOf" srcId="{99281D23-B56F-4F5A-BFC5-193125C3B5D9}" destId="{7B46AE08-52FF-4EEC-A768-2285BE3680C5}" srcOrd="2" destOrd="0" presId="urn:microsoft.com/office/officeart/2005/8/layout/orgChart1"/>
    <dgm:cxn modelId="{DE031103-E02C-6E4E-9A0D-703874DFD276}" type="presParOf" srcId="{B64597AA-C389-4DDA-90F6-FD4E2F3E04C9}" destId="{D92BFBEC-FFB3-3440-8BA8-F03CDBFB0D46}" srcOrd="4" destOrd="0" presId="urn:microsoft.com/office/officeart/2005/8/layout/orgChart1"/>
    <dgm:cxn modelId="{BE0C36A5-4831-3846-9CF4-12A813E52209}" type="presParOf" srcId="{B64597AA-C389-4DDA-90F6-FD4E2F3E04C9}" destId="{2582CC1F-5A70-4E0D-99D1-E280A2ADAA45}" srcOrd="5" destOrd="0" presId="urn:microsoft.com/office/officeart/2005/8/layout/orgChart1"/>
    <dgm:cxn modelId="{04023268-2131-384A-9675-7A2BDEEAF473}" type="presParOf" srcId="{2582CC1F-5A70-4E0D-99D1-E280A2ADAA45}" destId="{E53EE520-25E2-46F7-A177-2A41FE60A73A}" srcOrd="0" destOrd="0" presId="urn:microsoft.com/office/officeart/2005/8/layout/orgChart1"/>
    <dgm:cxn modelId="{FED708DC-A811-9B4A-9243-42489B000009}" type="presParOf" srcId="{E53EE520-25E2-46F7-A177-2A41FE60A73A}" destId="{CEE93429-621B-4703-B521-443DCCC3E000}" srcOrd="0" destOrd="0" presId="urn:microsoft.com/office/officeart/2005/8/layout/orgChart1"/>
    <dgm:cxn modelId="{AFA5BCEA-D0F4-5E4B-9930-762083C10FE6}" type="presParOf" srcId="{E53EE520-25E2-46F7-A177-2A41FE60A73A}" destId="{671257BA-C660-4926-A88A-3F9B6AB919D8}" srcOrd="1" destOrd="0" presId="urn:microsoft.com/office/officeart/2005/8/layout/orgChart1"/>
    <dgm:cxn modelId="{9C33E1D0-0196-1A46-845B-D01DC1BB10DA}" type="presParOf" srcId="{2582CC1F-5A70-4E0D-99D1-E280A2ADAA45}" destId="{B7A58B0D-1D2D-4D8C-BFC6-9DE53360D013}" srcOrd="1" destOrd="0" presId="urn:microsoft.com/office/officeart/2005/8/layout/orgChart1"/>
    <dgm:cxn modelId="{8230264E-AC23-BF46-8077-28550BCFECCB}" type="presParOf" srcId="{2582CC1F-5A70-4E0D-99D1-E280A2ADAA45}" destId="{F9EEA29B-C0A7-417B-BCBE-886E92ADCB3A}" srcOrd="2" destOrd="0" presId="urn:microsoft.com/office/officeart/2005/8/layout/orgChart1"/>
    <dgm:cxn modelId="{1E9456C5-DCB5-8A49-8977-5EF605D7135C}" type="presParOf" srcId="{D8359675-34BF-41E9-B178-E0E483F65F55}" destId="{0E37BE96-7CE2-44D1-A9E3-69CA22E57A66}" srcOrd="2" destOrd="0" presId="urn:microsoft.com/office/officeart/2005/8/layout/orgChart1"/>
    <dgm:cxn modelId="{B6D955F0-C680-1E41-B639-F0506D5AA0C3}" type="presParOf" srcId="{30EDB815-BF16-4973-928C-F874227AC077}" destId="{BCA3DEC7-25A5-40AE-A1C8-FF23EB7C9BB2}" srcOrd="2" destOrd="0" presId="urn:microsoft.com/office/officeart/2005/8/layout/orgChart1"/>
    <dgm:cxn modelId="{AD8C4F58-D01C-8745-8B25-5FC8A270AB1E}" type="presParOf" srcId="{EFCB87B7-8102-4D9F-9F0B-35CF70E40100}" destId="{B5D3ED98-E45E-3B4D-8E6B-4A5120E25264}" srcOrd="4" destOrd="0" presId="urn:microsoft.com/office/officeart/2005/8/layout/orgChart1"/>
    <dgm:cxn modelId="{04E866C2-EFEF-4F48-AD94-175B019262CF}" type="presParOf" srcId="{EFCB87B7-8102-4D9F-9F0B-35CF70E40100}" destId="{AC2ECB0A-7396-42CE-8834-85DBA14F083B}" srcOrd="5" destOrd="0" presId="urn:microsoft.com/office/officeart/2005/8/layout/orgChart1"/>
    <dgm:cxn modelId="{F631BADB-EC9D-6C40-B06F-D07B30212588}" type="presParOf" srcId="{AC2ECB0A-7396-42CE-8834-85DBA14F083B}" destId="{89157E6A-ADA6-4D25-ACB4-06B81831CA9A}" srcOrd="0" destOrd="0" presId="urn:microsoft.com/office/officeart/2005/8/layout/orgChart1"/>
    <dgm:cxn modelId="{E4CBEA30-EF4E-6445-8594-4396122E75F3}" type="presParOf" srcId="{89157E6A-ADA6-4D25-ACB4-06B81831CA9A}" destId="{C7D6E43D-B148-4792-B6F0-F313AB205CA6}" srcOrd="0" destOrd="0" presId="urn:microsoft.com/office/officeart/2005/8/layout/orgChart1"/>
    <dgm:cxn modelId="{28150485-5C39-A047-ADE5-47D876142963}" type="presParOf" srcId="{89157E6A-ADA6-4D25-ACB4-06B81831CA9A}" destId="{8D52E369-8AEA-48B9-B728-6DFAF6AE1955}" srcOrd="1" destOrd="0" presId="urn:microsoft.com/office/officeart/2005/8/layout/orgChart1"/>
    <dgm:cxn modelId="{DF160778-B766-774F-B1A7-D9DBB4DA1127}" type="presParOf" srcId="{AC2ECB0A-7396-42CE-8834-85DBA14F083B}" destId="{AC3A7FE4-71F1-4875-BC3F-82CE9D1CAAEA}" srcOrd="1" destOrd="0" presId="urn:microsoft.com/office/officeart/2005/8/layout/orgChart1"/>
    <dgm:cxn modelId="{17A00ACB-8B1D-5C45-9CE2-631DFC0978F4}" type="presParOf" srcId="{AC3A7FE4-71F1-4875-BC3F-82CE9D1CAAEA}" destId="{F68AAAE6-848F-9C43-944D-8A671215838E}" srcOrd="0" destOrd="0" presId="urn:microsoft.com/office/officeart/2005/8/layout/orgChart1"/>
    <dgm:cxn modelId="{B573F3A8-6F4F-D24D-A640-402737DFE59B}" type="presParOf" srcId="{AC3A7FE4-71F1-4875-BC3F-82CE9D1CAAEA}" destId="{28D13F40-187B-4366-920F-D29D72BE9561}" srcOrd="1" destOrd="0" presId="urn:microsoft.com/office/officeart/2005/8/layout/orgChart1"/>
    <dgm:cxn modelId="{DF2EFFFB-1975-2446-AA6C-C6CCE55258D2}" type="presParOf" srcId="{28D13F40-187B-4366-920F-D29D72BE9561}" destId="{589D07FF-090B-46E8-BD46-46F4F3189EAC}" srcOrd="0" destOrd="0" presId="urn:microsoft.com/office/officeart/2005/8/layout/orgChart1"/>
    <dgm:cxn modelId="{AA64E556-2AAD-4142-A4D3-4BC063EE434E}" type="presParOf" srcId="{589D07FF-090B-46E8-BD46-46F4F3189EAC}" destId="{D5AC4358-F08B-4603-9B2B-FCB520444D7C}" srcOrd="0" destOrd="0" presId="urn:microsoft.com/office/officeart/2005/8/layout/orgChart1"/>
    <dgm:cxn modelId="{D2754EAB-0EA0-D54A-A4DD-4ED29BDC101B}" type="presParOf" srcId="{589D07FF-090B-46E8-BD46-46F4F3189EAC}" destId="{14502D84-1EEF-4B2C-9AB6-A3BAC222354A}" srcOrd="1" destOrd="0" presId="urn:microsoft.com/office/officeart/2005/8/layout/orgChart1"/>
    <dgm:cxn modelId="{01A273AA-7F29-EC4C-AA20-8267B11DA463}" type="presParOf" srcId="{28D13F40-187B-4366-920F-D29D72BE9561}" destId="{097D4D72-C26B-44B6-892E-1EA3E16B30FC}" srcOrd="1" destOrd="0" presId="urn:microsoft.com/office/officeart/2005/8/layout/orgChart1"/>
    <dgm:cxn modelId="{434450AC-496E-7F43-9E7D-A6083463B155}" type="presParOf" srcId="{097D4D72-C26B-44B6-892E-1EA3E16B30FC}" destId="{F59E2241-007C-2148-97B3-B9ADD71AD69C}" srcOrd="0" destOrd="0" presId="urn:microsoft.com/office/officeart/2005/8/layout/orgChart1"/>
    <dgm:cxn modelId="{3B041E3F-905A-0243-A2B6-975A71BD1FE2}" type="presParOf" srcId="{097D4D72-C26B-44B6-892E-1EA3E16B30FC}" destId="{94DB19D8-DE1B-456C-A244-2F73AF5CF36A}" srcOrd="1" destOrd="0" presId="urn:microsoft.com/office/officeart/2005/8/layout/orgChart1"/>
    <dgm:cxn modelId="{9FC809DB-F59C-9549-AF27-A0E0406FE7C0}" type="presParOf" srcId="{94DB19D8-DE1B-456C-A244-2F73AF5CF36A}" destId="{22FE4530-162C-4E6C-805C-958B9F7E9A08}" srcOrd="0" destOrd="0" presId="urn:microsoft.com/office/officeart/2005/8/layout/orgChart1"/>
    <dgm:cxn modelId="{4AB00B1F-C851-7847-9DDC-DB61543E4DBF}" type="presParOf" srcId="{22FE4530-162C-4E6C-805C-958B9F7E9A08}" destId="{4B274DE1-F8EB-436E-8EF8-9BB263E2A1FD}" srcOrd="0" destOrd="0" presId="urn:microsoft.com/office/officeart/2005/8/layout/orgChart1"/>
    <dgm:cxn modelId="{A3C77568-32D7-CD4A-887F-938B4223EC7C}" type="presParOf" srcId="{22FE4530-162C-4E6C-805C-958B9F7E9A08}" destId="{79030AA8-686B-440B-8256-1D9519E959CA}" srcOrd="1" destOrd="0" presId="urn:microsoft.com/office/officeart/2005/8/layout/orgChart1"/>
    <dgm:cxn modelId="{0C29FB25-4D88-774F-A6CC-DBD5F678DAF1}" type="presParOf" srcId="{94DB19D8-DE1B-456C-A244-2F73AF5CF36A}" destId="{F4123B6C-7294-4576-8BF4-BF5FC8AE5EF8}" srcOrd="1" destOrd="0" presId="urn:microsoft.com/office/officeart/2005/8/layout/orgChart1"/>
    <dgm:cxn modelId="{C9295BB2-B4C8-054A-8D64-07DF71C35E89}" type="presParOf" srcId="{94DB19D8-DE1B-456C-A244-2F73AF5CF36A}" destId="{2162B4B3-2767-440C-BF21-8EF1EE2C0EB0}" srcOrd="2" destOrd="0" presId="urn:microsoft.com/office/officeart/2005/8/layout/orgChart1"/>
    <dgm:cxn modelId="{BC8ECF32-34D3-3742-8BC2-749C62CCEB28}" type="presParOf" srcId="{097D4D72-C26B-44B6-892E-1EA3E16B30FC}" destId="{A81F0EBF-9A22-C949-839A-DC13070B6362}" srcOrd="2" destOrd="0" presId="urn:microsoft.com/office/officeart/2005/8/layout/orgChart1"/>
    <dgm:cxn modelId="{3F36F1CE-5162-C04B-A36F-C6BE7DFA6D92}" type="presParOf" srcId="{097D4D72-C26B-44B6-892E-1EA3E16B30FC}" destId="{F07573D3-EAC2-400C-B8E3-EA5F8785ECA5}" srcOrd="3" destOrd="0" presId="urn:microsoft.com/office/officeart/2005/8/layout/orgChart1"/>
    <dgm:cxn modelId="{E874F77D-0251-9544-B463-AEF4C60CD23C}" type="presParOf" srcId="{F07573D3-EAC2-400C-B8E3-EA5F8785ECA5}" destId="{B8ED2E25-E1D4-4C76-A9F7-7F44F6A48885}" srcOrd="0" destOrd="0" presId="urn:microsoft.com/office/officeart/2005/8/layout/orgChart1"/>
    <dgm:cxn modelId="{2501F326-7318-B744-8F1E-29C47E10ED34}" type="presParOf" srcId="{B8ED2E25-E1D4-4C76-A9F7-7F44F6A48885}" destId="{914E2BA2-2213-44FD-A7B8-30C8A5261808}" srcOrd="0" destOrd="0" presId="urn:microsoft.com/office/officeart/2005/8/layout/orgChart1"/>
    <dgm:cxn modelId="{E23CB4C7-C762-4542-ACDF-1E51481B70A5}" type="presParOf" srcId="{B8ED2E25-E1D4-4C76-A9F7-7F44F6A48885}" destId="{7C67D73B-951B-4492-9425-8E81EBF1C980}" srcOrd="1" destOrd="0" presId="urn:microsoft.com/office/officeart/2005/8/layout/orgChart1"/>
    <dgm:cxn modelId="{E52462E0-4D44-8846-9EA0-A84E47585620}" type="presParOf" srcId="{F07573D3-EAC2-400C-B8E3-EA5F8785ECA5}" destId="{832CF9CF-0A9B-40B1-A83C-7DA3C485981D}" srcOrd="1" destOrd="0" presId="urn:microsoft.com/office/officeart/2005/8/layout/orgChart1"/>
    <dgm:cxn modelId="{0D45AA92-A2D7-8047-9A59-2D016780358F}" type="presParOf" srcId="{F07573D3-EAC2-400C-B8E3-EA5F8785ECA5}" destId="{B40006F5-53E1-4846-A02C-9B072A3B267A}" srcOrd="2" destOrd="0" presId="urn:microsoft.com/office/officeart/2005/8/layout/orgChart1"/>
    <dgm:cxn modelId="{470E1159-F68A-E844-9F26-389222AB5274}" type="presParOf" srcId="{28D13F40-187B-4366-920F-D29D72BE9561}" destId="{C762A31F-73AF-4F65-92F9-27B96F2E129D}" srcOrd="2" destOrd="0" presId="urn:microsoft.com/office/officeart/2005/8/layout/orgChart1"/>
    <dgm:cxn modelId="{1A5A8778-99FA-E346-86B0-59A3446B57E1}" type="presParOf" srcId="{AC2ECB0A-7396-42CE-8834-85DBA14F083B}" destId="{D437CFEB-B668-4C28-91D6-A28BD4D3657D}" srcOrd="2" destOrd="0" presId="urn:microsoft.com/office/officeart/2005/8/layout/orgChart1"/>
    <dgm:cxn modelId="{4CBD1981-CF86-244E-A23F-41F22D93E799}" type="presParOf" srcId="{EFCB87B7-8102-4D9F-9F0B-35CF70E40100}" destId="{D8815A83-BB4A-EA4E-ABE1-21BA7C378FB0}" srcOrd="6" destOrd="0" presId="urn:microsoft.com/office/officeart/2005/8/layout/orgChart1"/>
    <dgm:cxn modelId="{30E7C047-4AAC-FA4F-98A8-805999C441CA}" type="presParOf" srcId="{EFCB87B7-8102-4D9F-9F0B-35CF70E40100}" destId="{A9FAC1F9-980A-44CE-9BE5-2BC3F43F3742}" srcOrd="7" destOrd="0" presId="urn:microsoft.com/office/officeart/2005/8/layout/orgChart1"/>
    <dgm:cxn modelId="{D321C240-E896-2B41-B513-FE1B6119C7F8}" type="presParOf" srcId="{A9FAC1F9-980A-44CE-9BE5-2BC3F43F3742}" destId="{D7ED2364-0327-46C5-91D6-C13FC6BA017C}" srcOrd="0" destOrd="0" presId="urn:microsoft.com/office/officeart/2005/8/layout/orgChart1"/>
    <dgm:cxn modelId="{E6D5D309-1D44-004A-917C-027B22D18370}" type="presParOf" srcId="{D7ED2364-0327-46C5-91D6-C13FC6BA017C}" destId="{54E3BDAB-1EF0-4652-B5AE-0396F0252114}" srcOrd="0" destOrd="0" presId="urn:microsoft.com/office/officeart/2005/8/layout/orgChart1"/>
    <dgm:cxn modelId="{1B4169E4-0AF4-AE42-89D4-87B627DFC3DD}" type="presParOf" srcId="{D7ED2364-0327-46C5-91D6-C13FC6BA017C}" destId="{71BE2DB2-6D88-4CC6-84DB-8A5A34CFF928}" srcOrd="1" destOrd="0" presId="urn:microsoft.com/office/officeart/2005/8/layout/orgChart1"/>
    <dgm:cxn modelId="{BBF0BA19-BCA0-0C45-BCDB-39F5CDA044F1}" type="presParOf" srcId="{A9FAC1F9-980A-44CE-9BE5-2BC3F43F3742}" destId="{DF1828ED-52CA-4D43-8946-738949621FB5}" srcOrd="1" destOrd="0" presId="urn:microsoft.com/office/officeart/2005/8/layout/orgChart1"/>
    <dgm:cxn modelId="{E5A0DCE4-DEBE-AD45-91E3-E7EE25CF77E0}" type="presParOf" srcId="{DF1828ED-52CA-4D43-8946-738949621FB5}" destId="{9EB80E04-AF56-994A-AA1B-86BA3362D670}" srcOrd="0" destOrd="0" presId="urn:microsoft.com/office/officeart/2005/8/layout/orgChart1"/>
    <dgm:cxn modelId="{4A55197C-1620-464E-BF04-C705F5EDEEF7}" type="presParOf" srcId="{DF1828ED-52CA-4D43-8946-738949621FB5}" destId="{21923A4E-0A94-497C-AF0C-B2E443ABDCD9}" srcOrd="1" destOrd="0" presId="urn:microsoft.com/office/officeart/2005/8/layout/orgChart1"/>
    <dgm:cxn modelId="{E9A4B509-E980-6A4A-B6DE-E69845BBFB5A}" type="presParOf" srcId="{21923A4E-0A94-497C-AF0C-B2E443ABDCD9}" destId="{BD414B7E-8B33-451E-97FC-E236713F32CF}" srcOrd="0" destOrd="0" presId="urn:microsoft.com/office/officeart/2005/8/layout/orgChart1"/>
    <dgm:cxn modelId="{E2B42FEC-4E8E-F74C-B5C6-2C271FF2F160}" type="presParOf" srcId="{BD414B7E-8B33-451E-97FC-E236713F32CF}" destId="{9020AF5B-9D8D-4762-8614-37F103936405}" srcOrd="0" destOrd="0" presId="urn:microsoft.com/office/officeart/2005/8/layout/orgChart1"/>
    <dgm:cxn modelId="{4D04F059-1DF6-7749-9D7D-3A5ED9E8360C}" type="presParOf" srcId="{BD414B7E-8B33-451E-97FC-E236713F32CF}" destId="{B2115AFB-3F36-4219-9E70-161788E0CABF}" srcOrd="1" destOrd="0" presId="urn:microsoft.com/office/officeart/2005/8/layout/orgChart1"/>
    <dgm:cxn modelId="{16483B26-8EA2-5D4D-90C8-8834A5FC3D55}" type="presParOf" srcId="{21923A4E-0A94-497C-AF0C-B2E443ABDCD9}" destId="{326EEB24-81CF-4B78-AD29-69EBC07295A9}" srcOrd="1" destOrd="0" presId="urn:microsoft.com/office/officeart/2005/8/layout/orgChart1"/>
    <dgm:cxn modelId="{413D091F-70FE-484F-9FAE-561F55E03D66}" type="presParOf" srcId="{326EEB24-81CF-4B78-AD29-69EBC07295A9}" destId="{A1B40A84-5745-BE4E-9D61-CC0DC611AB7D}" srcOrd="0" destOrd="0" presId="urn:microsoft.com/office/officeart/2005/8/layout/orgChart1"/>
    <dgm:cxn modelId="{742B4157-FF28-D34B-A17B-02F5844BDA34}" type="presParOf" srcId="{326EEB24-81CF-4B78-AD29-69EBC07295A9}" destId="{1EC1F0B9-3909-4BC6-8753-9C728E5776EF}" srcOrd="1" destOrd="0" presId="urn:microsoft.com/office/officeart/2005/8/layout/orgChart1"/>
    <dgm:cxn modelId="{7230229A-82DE-1841-A9AA-8521DB23CEC9}" type="presParOf" srcId="{1EC1F0B9-3909-4BC6-8753-9C728E5776EF}" destId="{4358719C-CBD0-4540-B972-3F94C35A614E}" srcOrd="0" destOrd="0" presId="urn:microsoft.com/office/officeart/2005/8/layout/orgChart1"/>
    <dgm:cxn modelId="{8C0C722F-388C-D44A-A9DF-8D12423F5516}" type="presParOf" srcId="{4358719C-CBD0-4540-B972-3F94C35A614E}" destId="{386E7981-007A-4D9B-8E37-42A3371909A9}" srcOrd="0" destOrd="0" presId="urn:microsoft.com/office/officeart/2005/8/layout/orgChart1"/>
    <dgm:cxn modelId="{E14BDFD9-CC3B-CC4C-8A97-87D7EB89D2E9}" type="presParOf" srcId="{4358719C-CBD0-4540-B972-3F94C35A614E}" destId="{E1B56F29-FEAB-4CE2-B259-C385F12F92A6}" srcOrd="1" destOrd="0" presId="urn:microsoft.com/office/officeart/2005/8/layout/orgChart1"/>
    <dgm:cxn modelId="{55614A7A-8910-A746-A403-8E84EC3936E5}" type="presParOf" srcId="{1EC1F0B9-3909-4BC6-8753-9C728E5776EF}" destId="{E0B8A824-13EE-4E74-94D5-5970AE45EF01}" srcOrd="1" destOrd="0" presId="urn:microsoft.com/office/officeart/2005/8/layout/orgChart1"/>
    <dgm:cxn modelId="{3670B99D-C7C1-DF4C-8574-4E06486FDE55}" type="presParOf" srcId="{1EC1F0B9-3909-4BC6-8753-9C728E5776EF}" destId="{287DD1D2-2D3F-4766-9B15-F7B24452FB2D}" srcOrd="2" destOrd="0" presId="urn:microsoft.com/office/officeart/2005/8/layout/orgChart1"/>
    <dgm:cxn modelId="{991DEB43-5D02-0C4E-A4C5-BF84EAEE2688}" type="presParOf" srcId="{326EEB24-81CF-4B78-AD29-69EBC07295A9}" destId="{537C6A29-5AB4-D840-B77C-09612F484294}" srcOrd="2" destOrd="0" presId="urn:microsoft.com/office/officeart/2005/8/layout/orgChart1"/>
    <dgm:cxn modelId="{68431856-D877-7F41-9E86-0B6491897AE2}" type="presParOf" srcId="{326EEB24-81CF-4B78-AD29-69EBC07295A9}" destId="{3D8C34A9-C9C7-46D4-B768-42AB282BF513}" srcOrd="3" destOrd="0" presId="urn:microsoft.com/office/officeart/2005/8/layout/orgChart1"/>
    <dgm:cxn modelId="{CCE78519-2296-7246-AA3D-203B62641CC8}" type="presParOf" srcId="{3D8C34A9-C9C7-46D4-B768-42AB282BF513}" destId="{01CABF74-489F-4C8F-BF31-D857A98F3D53}" srcOrd="0" destOrd="0" presId="urn:microsoft.com/office/officeart/2005/8/layout/orgChart1"/>
    <dgm:cxn modelId="{8EA5F3DE-2697-104F-9AE6-66223AB6437A}" type="presParOf" srcId="{01CABF74-489F-4C8F-BF31-D857A98F3D53}" destId="{668654D7-2ADC-489C-B0E6-A5A5BE356BB3}" srcOrd="0" destOrd="0" presId="urn:microsoft.com/office/officeart/2005/8/layout/orgChart1"/>
    <dgm:cxn modelId="{29645660-628D-E44F-B926-22420E521ED3}" type="presParOf" srcId="{01CABF74-489F-4C8F-BF31-D857A98F3D53}" destId="{72B98B96-CEE3-4FED-9CB7-B6427B036DDE}" srcOrd="1" destOrd="0" presId="urn:microsoft.com/office/officeart/2005/8/layout/orgChart1"/>
    <dgm:cxn modelId="{0458DCD0-57C9-B749-8C03-6ADF211B97AC}" type="presParOf" srcId="{3D8C34A9-C9C7-46D4-B768-42AB282BF513}" destId="{40F81FB7-A2E9-4B8F-ABC6-873E801EBBDC}" srcOrd="1" destOrd="0" presId="urn:microsoft.com/office/officeart/2005/8/layout/orgChart1"/>
    <dgm:cxn modelId="{5D1BEA36-B4F0-8342-9940-F88770185C6B}" type="presParOf" srcId="{3D8C34A9-C9C7-46D4-B768-42AB282BF513}" destId="{2C1CEE03-06FC-4C79-BCF0-C8AEBD9AAD1A}" srcOrd="2" destOrd="0" presId="urn:microsoft.com/office/officeart/2005/8/layout/orgChart1"/>
    <dgm:cxn modelId="{92B79E8F-A748-A34F-A709-6D3331DBC83C}" type="presParOf" srcId="{21923A4E-0A94-497C-AF0C-B2E443ABDCD9}" destId="{A7FF2750-4280-4F6E-81CE-5434486DDAF1}" srcOrd="2" destOrd="0" presId="urn:microsoft.com/office/officeart/2005/8/layout/orgChart1"/>
    <dgm:cxn modelId="{6AA76509-9443-884E-99C6-56100C0617BC}" type="presParOf" srcId="{A9FAC1F9-980A-44CE-9BE5-2BC3F43F3742}" destId="{DAAF8B8A-765F-4E3E-8A11-B51AF2987555}" srcOrd="2" destOrd="0" presId="urn:microsoft.com/office/officeart/2005/8/layout/orgChart1"/>
    <dgm:cxn modelId="{D2DBA738-504B-8B4C-AFEC-471E33C2A6AD}" type="presParOf" srcId="{EFCB87B7-8102-4D9F-9F0B-35CF70E40100}" destId="{72585FB1-0792-BC45-8EDE-2A5E2BE69705}" srcOrd="8" destOrd="0" presId="urn:microsoft.com/office/officeart/2005/8/layout/orgChart1"/>
    <dgm:cxn modelId="{99FA80B5-9418-C140-9DDD-8B5923D0A4F5}" type="presParOf" srcId="{EFCB87B7-8102-4D9F-9F0B-35CF70E40100}" destId="{6B5E92C5-51F1-48F3-8274-13192AAD9101}" srcOrd="9" destOrd="0" presId="urn:microsoft.com/office/officeart/2005/8/layout/orgChart1"/>
    <dgm:cxn modelId="{EB82F895-7389-804E-8177-A74EC881173E}" type="presParOf" srcId="{6B5E92C5-51F1-48F3-8274-13192AAD9101}" destId="{81EACDE4-5F50-42CE-840E-068CFEAA1270}" srcOrd="0" destOrd="0" presId="urn:microsoft.com/office/officeart/2005/8/layout/orgChart1"/>
    <dgm:cxn modelId="{E2291EE2-EDA4-6542-8269-24DD421E2894}" type="presParOf" srcId="{81EACDE4-5F50-42CE-840E-068CFEAA1270}" destId="{EDAF6549-3B8E-4725-A998-A8A45254797C}" srcOrd="0" destOrd="0" presId="urn:microsoft.com/office/officeart/2005/8/layout/orgChart1"/>
    <dgm:cxn modelId="{EB496667-91B0-4841-B78E-680871E7D5AE}" type="presParOf" srcId="{81EACDE4-5F50-42CE-840E-068CFEAA1270}" destId="{BDDB9E3F-77FE-4C29-B777-E96BE14A84DB}" srcOrd="1" destOrd="0" presId="urn:microsoft.com/office/officeart/2005/8/layout/orgChart1"/>
    <dgm:cxn modelId="{8C897294-10CD-DF4E-B633-496095BBE119}" type="presParOf" srcId="{6B5E92C5-51F1-48F3-8274-13192AAD9101}" destId="{41921DD9-906F-4388-B4D4-6AD0ED484779}" srcOrd="1" destOrd="0" presId="urn:microsoft.com/office/officeart/2005/8/layout/orgChart1"/>
    <dgm:cxn modelId="{338095F4-5611-1247-B592-018C77EF05EC}" type="presParOf" srcId="{41921DD9-906F-4388-B4D4-6AD0ED484779}" destId="{381E8832-C68D-7445-AF38-36CC90F9737D}" srcOrd="0" destOrd="0" presId="urn:microsoft.com/office/officeart/2005/8/layout/orgChart1"/>
    <dgm:cxn modelId="{89A9B358-D988-1847-83B9-1DEE33A09509}" type="presParOf" srcId="{41921DD9-906F-4388-B4D4-6AD0ED484779}" destId="{4DEA408A-7D6B-4CC6-8FF4-1E6C6327C856}" srcOrd="1" destOrd="0" presId="urn:microsoft.com/office/officeart/2005/8/layout/orgChart1"/>
    <dgm:cxn modelId="{A57E80A7-1735-624A-9BC3-941B607503AD}" type="presParOf" srcId="{4DEA408A-7D6B-4CC6-8FF4-1E6C6327C856}" destId="{D2E6BC5E-66B3-4B36-8FDC-E6A8B09010E4}" srcOrd="0" destOrd="0" presId="urn:microsoft.com/office/officeart/2005/8/layout/orgChart1"/>
    <dgm:cxn modelId="{7680AC52-7937-DC49-9A67-9FA41BEADAE8}" type="presParOf" srcId="{D2E6BC5E-66B3-4B36-8FDC-E6A8B09010E4}" destId="{D71B566B-68C3-44C5-AE09-39FDA3398244}" srcOrd="0" destOrd="0" presId="urn:microsoft.com/office/officeart/2005/8/layout/orgChart1"/>
    <dgm:cxn modelId="{D5E75228-D342-9A4F-B1F6-80FCD1CAE2DD}" type="presParOf" srcId="{D2E6BC5E-66B3-4B36-8FDC-E6A8B09010E4}" destId="{C32D589F-6B96-4536-A603-E1CD2F82C33B}" srcOrd="1" destOrd="0" presId="urn:microsoft.com/office/officeart/2005/8/layout/orgChart1"/>
    <dgm:cxn modelId="{0B10BFA0-6EC4-254F-B108-C62480688083}" type="presParOf" srcId="{4DEA408A-7D6B-4CC6-8FF4-1E6C6327C856}" destId="{A9E69AEF-B7AD-46DB-894E-18BD5878BC88}" srcOrd="1" destOrd="0" presId="urn:microsoft.com/office/officeart/2005/8/layout/orgChart1"/>
    <dgm:cxn modelId="{72CF829B-B5CB-3342-90AD-93682FDD9634}" type="presParOf" srcId="{4DEA408A-7D6B-4CC6-8FF4-1E6C6327C856}" destId="{389B21AB-A00D-4495-B221-F7559C3EEB0E}" srcOrd="2" destOrd="0" presId="urn:microsoft.com/office/officeart/2005/8/layout/orgChart1"/>
    <dgm:cxn modelId="{94EFB147-E1F9-1448-948A-E4F75DB25D18}" type="presParOf" srcId="{41921DD9-906F-4388-B4D4-6AD0ED484779}" destId="{822E419C-9C38-0749-9039-4A9D579A0FD1}" srcOrd="2" destOrd="0" presId="urn:microsoft.com/office/officeart/2005/8/layout/orgChart1"/>
    <dgm:cxn modelId="{08915F77-C18E-6C47-B314-5878F6727D8A}" type="presParOf" srcId="{41921DD9-906F-4388-B4D4-6AD0ED484779}" destId="{1E392964-809E-427E-9C3B-8A85FFB66996}" srcOrd="3" destOrd="0" presId="urn:microsoft.com/office/officeart/2005/8/layout/orgChart1"/>
    <dgm:cxn modelId="{6EF51D2A-2E82-0342-AA9C-4B1FD10133FC}" type="presParOf" srcId="{1E392964-809E-427E-9C3B-8A85FFB66996}" destId="{860424C5-5852-42B1-82D5-3C78E6A07236}" srcOrd="0" destOrd="0" presId="urn:microsoft.com/office/officeart/2005/8/layout/orgChart1"/>
    <dgm:cxn modelId="{06A87EE3-31F2-2E40-B71E-A105303C812F}" type="presParOf" srcId="{860424C5-5852-42B1-82D5-3C78E6A07236}" destId="{512D87B3-B599-49CC-800E-AAF84B20F1CE}" srcOrd="0" destOrd="0" presId="urn:microsoft.com/office/officeart/2005/8/layout/orgChart1"/>
    <dgm:cxn modelId="{E274CD79-93B9-E340-858B-505A80EB1A8B}" type="presParOf" srcId="{860424C5-5852-42B1-82D5-3C78E6A07236}" destId="{0D653DA5-927F-4957-AA41-C0BCBE977E06}" srcOrd="1" destOrd="0" presId="urn:microsoft.com/office/officeart/2005/8/layout/orgChart1"/>
    <dgm:cxn modelId="{DA6EF160-B6E2-7446-9004-197ACF62FADC}" type="presParOf" srcId="{1E392964-809E-427E-9C3B-8A85FFB66996}" destId="{98AB85B7-4498-4B66-847F-60C3E85929B3}" srcOrd="1" destOrd="0" presId="urn:microsoft.com/office/officeart/2005/8/layout/orgChart1"/>
    <dgm:cxn modelId="{BCF863B8-465B-114C-85E9-D7B1EBAE3C5D}" type="presParOf" srcId="{1E392964-809E-427E-9C3B-8A85FFB66996}" destId="{2770C4B6-7BF2-43AF-8FCA-E63A0C43B598}" srcOrd="2" destOrd="0" presId="urn:microsoft.com/office/officeart/2005/8/layout/orgChart1"/>
    <dgm:cxn modelId="{150BBDD8-E3CD-6A4F-9700-C8B6F55EB20C}" type="presParOf" srcId="{41921DD9-906F-4388-B4D4-6AD0ED484779}" destId="{40A4AC8D-3EAF-2A46-A0D6-572E66D87847}" srcOrd="4" destOrd="0" presId="urn:microsoft.com/office/officeart/2005/8/layout/orgChart1"/>
    <dgm:cxn modelId="{CA74C42E-175F-8F44-B8C1-6A0D9D76BD1B}" type="presParOf" srcId="{41921DD9-906F-4388-B4D4-6AD0ED484779}" destId="{C541E6A8-F72E-4917-8A00-565C8C5A177F}" srcOrd="5" destOrd="0" presId="urn:microsoft.com/office/officeart/2005/8/layout/orgChart1"/>
    <dgm:cxn modelId="{702C8B88-C65B-FF49-B98A-7D28D5E0A782}" type="presParOf" srcId="{C541E6A8-F72E-4917-8A00-565C8C5A177F}" destId="{24078B95-521A-426B-A4BB-9BF32A88F8AF}" srcOrd="0" destOrd="0" presId="urn:microsoft.com/office/officeart/2005/8/layout/orgChart1"/>
    <dgm:cxn modelId="{C0BA0272-4710-4042-B586-40662276C4C8}" type="presParOf" srcId="{24078B95-521A-426B-A4BB-9BF32A88F8AF}" destId="{98F89CD6-997A-425F-B128-2D27CFA3B5BB}" srcOrd="0" destOrd="0" presId="urn:microsoft.com/office/officeart/2005/8/layout/orgChart1"/>
    <dgm:cxn modelId="{AD123B81-12E7-CC49-82B0-EA026BB380DF}" type="presParOf" srcId="{24078B95-521A-426B-A4BB-9BF32A88F8AF}" destId="{6BD44AA0-9CCF-4EDB-9B95-DEFEC32AA506}" srcOrd="1" destOrd="0" presId="urn:microsoft.com/office/officeart/2005/8/layout/orgChart1"/>
    <dgm:cxn modelId="{FCEFC781-8848-0446-8CC8-206C0E5CC896}" type="presParOf" srcId="{C541E6A8-F72E-4917-8A00-565C8C5A177F}" destId="{06BF0A94-A30E-46A8-9D25-C1975BA79EAC}" srcOrd="1" destOrd="0" presId="urn:microsoft.com/office/officeart/2005/8/layout/orgChart1"/>
    <dgm:cxn modelId="{A089B2C9-B3A9-2843-830D-FF2C7C0D730E}" type="presParOf" srcId="{C541E6A8-F72E-4917-8A00-565C8C5A177F}" destId="{11904DCE-78A2-450F-B57D-817A5B5D7288}" srcOrd="2" destOrd="0" presId="urn:microsoft.com/office/officeart/2005/8/layout/orgChart1"/>
    <dgm:cxn modelId="{6B1FAF41-223F-9841-A6D1-7FFF190D7BD6}" type="presParOf" srcId="{6B5E92C5-51F1-48F3-8274-13192AAD9101}" destId="{A673BD71-CE48-453C-BE03-E1F18A40598A}" srcOrd="2" destOrd="0" presId="urn:microsoft.com/office/officeart/2005/8/layout/orgChart1"/>
    <dgm:cxn modelId="{6E205557-2F68-A047-9C3C-1F77BCBDBD69}" type="presParOf" srcId="{F44B72BE-01EB-4D40-B520-EB27B33F5DE2}" destId="{28BDC3D5-211A-417C-820E-82ED4BE9DBEB}" srcOrd="2" destOrd="0" presId="urn:microsoft.com/office/officeart/2005/8/layout/orgChart1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A4AC8D-3EAF-2A46-A0D6-572E66D87847}">
      <dsp:nvSpPr>
        <dsp:cNvPr id="0" name=""/>
        <dsp:cNvSpPr/>
      </dsp:nvSpPr>
      <dsp:spPr>
        <a:xfrm>
          <a:off x="7515036" y="1301527"/>
          <a:ext cx="115197" cy="14438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803"/>
              </a:lnTo>
              <a:lnTo>
                <a:pt x="115197" y="1443803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E419C-9C38-0749-9039-4A9D579A0FD1}">
      <dsp:nvSpPr>
        <dsp:cNvPr id="0" name=""/>
        <dsp:cNvSpPr/>
      </dsp:nvSpPr>
      <dsp:spPr>
        <a:xfrm>
          <a:off x="7515036" y="1301527"/>
          <a:ext cx="119383" cy="9357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35711"/>
              </a:lnTo>
              <a:lnTo>
                <a:pt x="119383" y="93571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E8832-C68D-7445-AF38-36CC90F9737D}">
      <dsp:nvSpPr>
        <dsp:cNvPr id="0" name=""/>
        <dsp:cNvSpPr/>
      </dsp:nvSpPr>
      <dsp:spPr>
        <a:xfrm>
          <a:off x="7515036" y="1301527"/>
          <a:ext cx="119383" cy="452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52110"/>
              </a:lnTo>
              <a:lnTo>
                <a:pt x="119383" y="452110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585FB1-0792-BC45-8EDE-2A5E2BE69705}">
      <dsp:nvSpPr>
        <dsp:cNvPr id="0" name=""/>
        <dsp:cNvSpPr/>
      </dsp:nvSpPr>
      <dsp:spPr>
        <a:xfrm>
          <a:off x="4433514" y="719674"/>
          <a:ext cx="3388714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3388714" y="117224"/>
              </a:lnTo>
              <a:lnTo>
                <a:pt x="3388714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C6A29-5AB4-D840-B77C-09612F484294}">
      <dsp:nvSpPr>
        <dsp:cNvPr id="0" name=""/>
        <dsp:cNvSpPr/>
      </dsp:nvSpPr>
      <dsp:spPr>
        <a:xfrm>
          <a:off x="6585779" y="1846793"/>
          <a:ext cx="115197" cy="89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537"/>
              </a:lnTo>
              <a:lnTo>
                <a:pt x="115197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B40A84-5745-BE4E-9D61-CC0DC611AB7D}">
      <dsp:nvSpPr>
        <dsp:cNvPr id="0" name=""/>
        <dsp:cNvSpPr/>
      </dsp:nvSpPr>
      <dsp:spPr>
        <a:xfrm>
          <a:off x="6585779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80E04-AF56-994A-AA1B-86BA3362D670}">
      <dsp:nvSpPr>
        <dsp:cNvPr id="0" name=""/>
        <dsp:cNvSpPr/>
      </dsp:nvSpPr>
      <dsp:spPr>
        <a:xfrm>
          <a:off x="6847251" y="1301527"/>
          <a:ext cx="91440" cy="1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815A83-BB4A-EA4E-ABE1-21BA7C378FB0}">
      <dsp:nvSpPr>
        <dsp:cNvPr id="0" name=""/>
        <dsp:cNvSpPr/>
      </dsp:nvSpPr>
      <dsp:spPr>
        <a:xfrm>
          <a:off x="4433514" y="719674"/>
          <a:ext cx="2459457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2459457" y="117224"/>
              </a:lnTo>
              <a:lnTo>
                <a:pt x="2459457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1F0EBF-9A22-C949-839A-DC13070B6362}">
      <dsp:nvSpPr>
        <dsp:cNvPr id="0" name=""/>
        <dsp:cNvSpPr/>
      </dsp:nvSpPr>
      <dsp:spPr>
        <a:xfrm>
          <a:off x="5656523" y="1846793"/>
          <a:ext cx="115197" cy="8985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8537"/>
              </a:lnTo>
              <a:lnTo>
                <a:pt x="115197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9E2241-007C-2148-97B3-B9ADD71AD69C}">
      <dsp:nvSpPr>
        <dsp:cNvPr id="0" name=""/>
        <dsp:cNvSpPr/>
      </dsp:nvSpPr>
      <dsp:spPr>
        <a:xfrm>
          <a:off x="5656523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AAAE6-848F-9C43-944D-8A671215838E}">
      <dsp:nvSpPr>
        <dsp:cNvPr id="0" name=""/>
        <dsp:cNvSpPr/>
      </dsp:nvSpPr>
      <dsp:spPr>
        <a:xfrm>
          <a:off x="5917995" y="1301527"/>
          <a:ext cx="91440" cy="1612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3ED98-E45E-3B4D-8E6B-4A5120E25264}">
      <dsp:nvSpPr>
        <dsp:cNvPr id="0" name=""/>
        <dsp:cNvSpPr/>
      </dsp:nvSpPr>
      <dsp:spPr>
        <a:xfrm>
          <a:off x="4433514" y="719674"/>
          <a:ext cx="1530201" cy="197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224"/>
              </a:lnTo>
              <a:lnTo>
                <a:pt x="1530201" y="117224"/>
              </a:lnTo>
              <a:lnTo>
                <a:pt x="1530201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BFBEC-FFB3-3440-8BA8-F03CDBFB0D46}">
      <dsp:nvSpPr>
        <dsp:cNvPr id="0" name=""/>
        <dsp:cNvSpPr/>
      </dsp:nvSpPr>
      <dsp:spPr>
        <a:xfrm>
          <a:off x="4635467" y="1846793"/>
          <a:ext cx="91440" cy="898537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898537"/>
              </a:lnTo>
              <a:lnTo>
                <a:pt x="45720" y="89853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F1AA00-3EB5-8249-8AFE-0131480CF18B}">
      <dsp:nvSpPr>
        <dsp:cNvPr id="0" name=""/>
        <dsp:cNvSpPr/>
      </dsp:nvSpPr>
      <dsp:spPr>
        <a:xfrm>
          <a:off x="4716105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71"/>
              </a:lnTo>
              <a:lnTo>
                <a:pt x="12635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0D2E4B-CD77-594F-A07F-687A0EAA0567}">
      <dsp:nvSpPr>
        <dsp:cNvPr id="0" name=""/>
        <dsp:cNvSpPr/>
      </dsp:nvSpPr>
      <dsp:spPr>
        <a:xfrm>
          <a:off x="4635467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353271"/>
              </a:lnTo>
              <a:lnTo>
                <a:pt x="4572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510053-63B2-ED42-BAFC-F4AF4050DF8B}">
      <dsp:nvSpPr>
        <dsp:cNvPr id="0" name=""/>
        <dsp:cNvSpPr/>
      </dsp:nvSpPr>
      <dsp:spPr>
        <a:xfrm>
          <a:off x="3968885" y="1301527"/>
          <a:ext cx="792939" cy="161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637"/>
              </a:lnTo>
              <a:lnTo>
                <a:pt x="792939" y="80637"/>
              </a:lnTo>
              <a:lnTo>
                <a:pt x="792939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ADDAF6-28FD-457D-A12B-A0309B9A3DA3}">
      <dsp:nvSpPr>
        <dsp:cNvPr id="0" name=""/>
        <dsp:cNvSpPr/>
      </dsp:nvSpPr>
      <dsp:spPr>
        <a:xfrm>
          <a:off x="2868753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6FBEFC-46A9-4E44-A1CA-988E48BFAB45}">
      <dsp:nvSpPr>
        <dsp:cNvPr id="0" name=""/>
        <dsp:cNvSpPr/>
      </dsp:nvSpPr>
      <dsp:spPr>
        <a:xfrm>
          <a:off x="3175945" y="1301527"/>
          <a:ext cx="792939" cy="161275"/>
        </a:xfrm>
        <a:custGeom>
          <a:avLst/>
          <a:gdLst/>
          <a:ahLst/>
          <a:cxnLst/>
          <a:rect l="0" t="0" r="0" b="0"/>
          <a:pathLst>
            <a:path>
              <a:moveTo>
                <a:pt x="792939" y="0"/>
              </a:moveTo>
              <a:lnTo>
                <a:pt x="792939" y="80637"/>
              </a:lnTo>
              <a:lnTo>
                <a:pt x="0" y="80637"/>
              </a:lnTo>
              <a:lnTo>
                <a:pt x="0" y="161275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E2E64-0BD5-6D48-BAA3-600A5CFA469A}">
      <dsp:nvSpPr>
        <dsp:cNvPr id="0" name=""/>
        <dsp:cNvSpPr/>
      </dsp:nvSpPr>
      <dsp:spPr>
        <a:xfrm>
          <a:off x="3968885" y="719674"/>
          <a:ext cx="464628" cy="197862"/>
        </a:xfrm>
        <a:custGeom>
          <a:avLst/>
          <a:gdLst/>
          <a:ahLst/>
          <a:cxnLst/>
          <a:rect l="0" t="0" r="0" b="0"/>
          <a:pathLst>
            <a:path>
              <a:moveTo>
                <a:pt x="464628" y="0"/>
              </a:moveTo>
              <a:lnTo>
                <a:pt x="464628" y="117224"/>
              </a:lnTo>
              <a:lnTo>
                <a:pt x="0" y="117224"/>
              </a:lnTo>
              <a:lnTo>
                <a:pt x="0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BDFC72-5E85-9045-99B4-6C10C423CC98}">
      <dsp:nvSpPr>
        <dsp:cNvPr id="0" name=""/>
        <dsp:cNvSpPr/>
      </dsp:nvSpPr>
      <dsp:spPr>
        <a:xfrm>
          <a:off x="1928336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53271"/>
              </a:lnTo>
              <a:lnTo>
                <a:pt x="12635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485551-8F6B-B14D-90F3-116F130F9BED}">
      <dsp:nvSpPr>
        <dsp:cNvPr id="0" name=""/>
        <dsp:cNvSpPr/>
      </dsp:nvSpPr>
      <dsp:spPr>
        <a:xfrm>
          <a:off x="1847698" y="1846793"/>
          <a:ext cx="91440" cy="353271"/>
        </a:xfrm>
        <a:custGeom>
          <a:avLst/>
          <a:gdLst/>
          <a:ahLst/>
          <a:cxnLst/>
          <a:rect l="0" t="0" r="0" b="0"/>
          <a:pathLst>
            <a:path>
              <a:moveTo>
                <a:pt x="126357" y="0"/>
              </a:moveTo>
              <a:lnTo>
                <a:pt x="126357" y="353271"/>
              </a:lnTo>
              <a:lnTo>
                <a:pt x="4572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372A67-3CF8-6844-A9A9-DC051455587B}">
      <dsp:nvSpPr>
        <dsp:cNvPr id="0" name=""/>
        <dsp:cNvSpPr/>
      </dsp:nvSpPr>
      <dsp:spPr>
        <a:xfrm>
          <a:off x="1044799" y="1301527"/>
          <a:ext cx="545266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545266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60F719-B833-E744-990C-02441EB444CD}">
      <dsp:nvSpPr>
        <dsp:cNvPr id="0" name=""/>
        <dsp:cNvSpPr/>
      </dsp:nvSpPr>
      <dsp:spPr>
        <a:xfrm>
          <a:off x="80984" y="1846793"/>
          <a:ext cx="115197" cy="3532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3271"/>
              </a:lnTo>
              <a:lnTo>
                <a:pt x="115197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45408-EDFC-B645-B238-8A8FF79D2EF8}">
      <dsp:nvSpPr>
        <dsp:cNvPr id="0" name=""/>
        <dsp:cNvSpPr/>
      </dsp:nvSpPr>
      <dsp:spPr>
        <a:xfrm>
          <a:off x="772166" y="1301527"/>
          <a:ext cx="272633" cy="353271"/>
        </a:xfrm>
        <a:custGeom>
          <a:avLst/>
          <a:gdLst/>
          <a:ahLst/>
          <a:cxnLst/>
          <a:rect l="0" t="0" r="0" b="0"/>
          <a:pathLst>
            <a:path>
              <a:moveTo>
                <a:pt x="272633" y="0"/>
              </a:moveTo>
              <a:lnTo>
                <a:pt x="272633" y="353271"/>
              </a:lnTo>
              <a:lnTo>
                <a:pt x="0" y="35327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00D25F-21B2-1645-A92A-DC662ACBB090}">
      <dsp:nvSpPr>
        <dsp:cNvPr id="0" name=""/>
        <dsp:cNvSpPr/>
      </dsp:nvSpPr>
      <dsp:spPr>
        <a:xfrm>
          <a:off x="1044799" y="719674"/>
          <a:ext cx="3388714" cy="197862"/>
        </a:xfrm>
        <a:custGeom>
          <a:avLst/>
          <a:gdLst/>
          <a:ahLst/>
          <a:cxnLst/>
          <a:rect l="0" t="0" r="0" b="0"/>
          <a:pathLst>
            <a:path>
              <a:moveTo>
                <a:pt x="3388714" y="0"/>
              </a:moveTo>
              <a:lnTo>
                <a:pt x="3388714" y="117224"/>
              </a:lnTo>
              <a:lnTo>
                <a:pt x="0" y="117224"/>
              </a:lnTo>
              <a:lnTo>
                <a:pt x="0" y="197862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6B62F3-3567-4C95-960A-6F5C0EE787E2}">
      <dsp:nvSpPr>
        <dsp:cNvPr id="0" name=""/>
        <dsp:cNvSpPr/>
      </dsp:nvSpPr>
      <dsp:spPr>
        <a:xfrm>
          <a:off x="4049523" y="335684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sp:txBody>
      <dsp:txXfrm>
        <a:off x="4049523" y="335684"/>
        <a:ext cx="767980" cy="383990"/>
      </dsp:txXfrm>
    </dsp:sp>
    <dsp:sp modelId="{F02ACFEF-EA72-4E53-AEA6-88742DAE6E43}">
      <dsp:nvSpPr>
        <dsp:cNvPr id="0" name=""/>
        <dsp:cNvSpPr/>
      </dsp:nvSpPr>
      <dsp:spPr>
        <a:xfrm>
          <a:off x="660809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sp:txBody>
      <dsp:txXfrm>
        <a:off x="660809" y="917537"/>
        <a:ext cx="767980" cy="383990"/>
      </dsp:txXfrm>
    </dsp:sp>
    <dsp:sp modelId="{D474D648-7468-441D-88AC-BCC959BD78E4}">
      <dsp:nvSpPr>
        <dsp:cNvPr id="0" name=""/>
        <dsp:cNvSpPr/>
      </dsp:nvSpPr>
      <dsp:spPr>
        <a:xfrm>
          <a:off x="4186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pseudocode </a:t>
          </a:r>
        </a:p>
      </dsp:txBody>
      <dsp:txXfrm>
        <a:off x="4186" y="1462803"/>
        <a:ext cx="767980" cy="383990"/>
      </dsp:txXfrm>
    </dsp:sp>
    <dsp:sp modelId="{5FA93C53-AD88-4E71-8701-C65862888267}">
      <dsp:nvSpPr>
        <dsp:cNvPr id="0" name=""/>
        <dsp:cNvSpPr/>
      </dsp:nvSpPr>
      <dsp:spPr>
        <a:xfrm>
          <a:off x="196181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Logic design</a:t>
          </a:r>
        </a:p>
      </dsp:txBody>
      <dsp:txXfrm>
        <a:off x="196181" y="2008069"/>
        <a:ext cx="767980" cy="383990"/>
      </dsp:txXfrm>
    </dsp:sp>
    <dsp:sp modelId="{F44AF9BF-75C6-47A6-A313-D0B4E283FDEF}">
      <dsp:nvSpPr>
        <dsp:cNvPr id="0" name=""/>
        <dsp:cNvSpPr/>
      </dsp:nvSpPr>
      <dsp:spPr>
        <a:xfrm>
          <a:off x="159006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sp:txBody>
      <dsp:txXfrm>
        <a:off x="1590065" y="1462803"/>
        <a:ext cx="767980" cy="383990"/>
      </dsp:txXfrm>
    </dsp:sp>
    <dsp:sp modelId="{EBB435CD-EE78-40CD-8E31-1604916C3BCC}">
      <dsp:nvSpPr>
        <dsp:cNvPr id="0" name=""/>
        <dsp:cNvSpPr/>
      </dsp:nvSpPr>
      <dsp:spPr>
        <a:xfrm>
          <a:off x="1125437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sp:txBody>
      <dsp:txXfrm>
        <a:off x="1125437" y="2008069"/>
        <a:ext cx="767980" cy="383990"/>
      </dsp:txXfrm>
    </dsp:sp>
    <dsp:sp modelId="{956D2ABF-230E-485E-A3D0-3DEBB4D338F8}">
      <dsp:nvSpPr>
        <dsp:cNvPr id="0" name=""/>
        <dsp:cNvSpPr/>
      </dsp:nvSpPr>
      <dsp:spPr>
        <a:xfrm>
          <a:off x="2054694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Port define</a:t>
          </a:r>
        </a:p>
      </dsp:txBody>
      <dsp:txXfrm>
        <a:off x="2054694" y="2008069"/>
        <a:ext cx="767980" cy="383990"/>
      </dsp:txXfrm>
    </dsp:sp>
    <dsp:sp modelId="{2FFFCB54-00F2-40B3-9893-442426D049CD}">
      <dsp:nvSpPr>
        <dsp:cNvPr id="0" name=""/>
        <dsp:cNvSpPr/>
      </dsp:nvSpPr>
      <dsp:spPr>
        <a:xfrm>
          <a:off x="3584895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</a:t>
          </a:r>
        </a:p>
      </dsp:txBody>
      <dsp:txXfrm>
        <a:off x="3584895" y="917537"/>
        <a:ext cx="767980" cy="383990"/>
      </dsp:txXfrm>
    </dsp:sp>
    <dsp:sp modelId="{29E70C57-4F32-4E6B-9204-DBD04013252F}">
      <dsp:nvSpPr>
        <dsp:cNvPr id="0" name=""/>
        <dsp:cNvSpPr/>
      </dsp:nvSpPr>
      <dsp:spPr>
        <a:xfrm>
          <a:off x="279195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sp:txBody>
      <dsp:txXfrm>
        <a:off x="2791955" y="1462803"/>
        <a:ext cx="767980" cy="383990"/>
      </dsp:txXfrm>
    </dsp:sp>
    <dsp:sp modelId="{A850DDD4-C76B-420C-8E40-3E42FB92093A}">
      <dsp:nvSpPr>
        <dsp:cNvPr id="0" name=""/>
        <dsp:cNvSpPr/>
      </dsp:nvSpPr>
      <dsp:spPr>
        <a:xfrm>
          <a:off x="2983950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&amp; Simulate</a:t>
          </a:r>
        </a:p>
      </dsp:txBody>
      <dsp:txXfrm>
        <a:off x="2983950" y="2008069"/>
        <a:ext cx="767980" cy="383990"/>
      </dsp:txXfrm>
    </dsp:sp>
    <dsp:sp modelId="{561DD282-2FD7-4B3B-AF9C-264C1312B190}">
      <dsp:nvSpPr>
        <dsp:cNvPr id="0" name=""/>
        <dsp:cNvSpPr/>
      </dsp:nvSpPr>
      <dsp:spPr>
        <a:xfrm>
          <a:off x="437783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sp:txBody>
      <dsp:txXfrm>
        <a:off x="4377835" y="1462803"/>
        <a:ext cx="767980" cy="383990"/>
      </dsp:txXfrm>
    </dsp:sp>
    <dsp:sp modelId="{A0E2FFC6-8DAC-427C-8A73-3C43E738189C}">
      <dsp:nvSpPr>
        <dsp:cNvPr id="0" name=""/>
        <dsp:cNvSpPr/>
      </dsp:nvSpPr>
      <dsp:spPr>
        <a:xfrm>
          <a:off x="3913207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Write code</a:t>
          </a:r>
        </a:p>
      </dsp:txBody>
      <dsp:txXfrm>
        <a:off x="3913207" y="2008069"/>
        <a:ext cx="767980" cy="383990"/>
      </dsp:txXfrm>
    </dsp:sp>
    <dsp:sp modelId="{6E9830BB-1E38-49E6-A242-85C17CB4378F}">
      <dsp:nvSpPr>
        <dsp:cNvPr id="0" name=""/>
        <dsp:cNvSpPr/>
      </dsp:nvSpPr>
      <dsp:spPr>
        <a:xfrm>
          <a:off x="4842463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Design testbench</a:t>
          </a:r>
        </a:p>
      </dsp:txBody>
      <dsp:txXfrm>
        <a:off x="4842463" y="2008069"/>
        <a:ext cx="767980" cy="383990"/>
      </dsp:txXfrm>
    </dsp:sp>
    <dsp:sp modelId="{CEE93429-621B-4703-B521-443DCCC3E000}">
      <dsp:nvSpPr>
        <dsp:cNvPr id="0" name=""/>
        <dsp:cNvSpPr/>
      </dsp:nvSpPr>
      <dsp:spPr>
        <a:xfrm>
          <a:off x="3913207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sp:txBody>
      <dsp:txXfrm>
        <a:off x="3913207" y="2553335"/>
        <a:ext cx="767980" cy="383990"/>
      </dsp:txXfrm>
    </dsp:sp>
    <dsp:sp modelId="{C7D6E43D-B148-4792-B6F0-F313AB205CA6}">
      <dsp:nvSpPr>
        <dsp:cNvPr id="0" name=""/>
        <dsp:cNvSpPr/>
      </dsp:nvSpPr>
      <dsp:spPr>
        <a:xfrm>
          <a:off x="5579725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Assemble</a:t>
          </a:r>
        </a:p>
      </dsp:txBody>
      <dsp:txXfrm>
        <a:off x="5579725" y="917537"/>
        <a:ext cx="767980" cy="383990"/>
      </dsp:txXfrm>
    </dsp:sp>
    <dsp:sp modelId="{D5AC4358-F08B-4603-9B2B-FCB520444D7C}">
      <dsp:nvSpPr>
        <dsp:cNvPr id="0" name=""/>
        <dsp:cNvSpPr/>
      </dsp:nvSpPr>
      <dsp:spPr>
        <a:xfrm>
          <a:off x="5579725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Packaged VHDL</a:t>
          </a:r>
        </a:p>
      </dsp:txBody>
      <dsp:txXfrm>
        <a:off x="5579725" y="1462803"/>
        <a:ext cx="767980" cy="383990"/>
      </dsp:txXfrm>
    </dsp:sp>
    <dsp:sp modelId="{4B274DE1-F8EB-436E-8EF8-9BB263E2A1FD}">
      <dsp:nvSpPr>
        <dsp:cNvPr id="0" name=""/>
        <dsp:cNvSpPr/>
      </dsp:nvSpPr>
      <dsp:spPr>
        <a:xfrm>
          <a:off x="5771720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generator</a:t>
          </a:r>
        </a:p>
      </dsp:txBody>
      <dsp:txXfrm>
        <a:off x="5771720" y="2008069"/>
        <a:ext cx="767980" cy="383990"/>
      </dsp:txXfrm>
    </dsp:sp>
    <dsp:sp modelId="{914E2BA2-2213-44FD-A7B8-30C8A5261808}">
      <dsp:nvSpPr>
        <dsp:cNvPr id="0" name=""/>
        <dsp:cNvSpPr/>
      </dsp:nvSpPr>
      <dsp:spPr>
        <a:xfrm>
          <a:off x="5771720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&amp; verify</a:t>
          </a:r>
        </a:p>
      </dsp:txBody>
      <dsp:txXfrm>
        <a:off x="5771720" y="2553335"/>
        <a:ext cx="767980" cy="383990"/>
      </dsp:txXfrm>
    </dsp:sp>
    <dsp:sp modelId="{54E3BDAB-1EF0-4652-B5AE-0396F0252114}">
      <dsp:nvSpPr>
        <dsp:cNvPr id="0" name=""/>
        <dsp:cNvSpPr/>
      </dsp:nvSpPr>
      <dsp:spPr>
        <a:xfrm>
          <a:off x="6508981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Synthesis</a:t>
          </a:r>
        </a:p>
      </dsp:txBody>
      <dsp:txXfrm>
        <a:off x="6508981" y="917537"/>
        <a:ext cx="767980" cy="383990"/>
      </dsp:txXfrm>
    </dsp:sp>
    <dsp:sp modelId="{9020AF5B-9D8D-4762-8614-37F103936405}">
      <dsp:nvSpPr>
        <dsp:cNvPr id="0" name=""/>
        <dsp:cNvSpPr/>
      </dsp:nvSpPr>
      <dsp:spPr>
        <a:xfrm>
          <a:off x="6508981" y="146280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Bitstream</a:t>
          </a:r>
        </a:p>
      </dsp:txBody>
      <dsp:txXfrm>
        <a:off x="6508981" y="1462803"/>
        <a:ext cx="767980" cy="383990"/>
      </dsp:txXfrm>
    </dsp:sp>
    <dsp:sp modelId="{386E7981-007A-4D9B-8E37-42A3371909A9}">
      <dsp:nvSpPr>
        <dsp:cNvPr id="0" name=""/>
        <dsp:cNvSpPr/>
      </dsp:nvSpPr>
      <dsp:spPr>
        <a:xfrm>
          <a:off x="6700976" y="2008069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Link Rx &amp; Tx</a:t>
          </a:r>
        </a:p>
      </dsp:txBody>
      <dsp:txXfrm>
        <a:off x="6700976" y="2008069"/>
        <a:ext cx="767980" cy="383990"/>
      </dsp:txXfrm>
    </dsp:sp>
    <dsp:sp modelId="{668654D7-2ADC-489C-B0E6-A5A5BE356BB3}">
      <dsp:nvSpPr>
        <dsp:cNvPr id="0" name=""/>
        <dsp:cNvSpPr/>
      </dsp:nvSpPr>
      <dsp:spPr>
        <a:xfrm>
          <a:off x="6700976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Timing constraint</a:t>
          </a:r>
        </a:p>
      </dsp:txBody>
      <dsp:txXfrm>
        <a:off x="6700976" y="2553335"/>
        <a:ext cx="767980" cy="383990"/>
      </dsp:txXfrm>
    </dsp:sp>
    <dsp:sp modelId="{EDAF6549-3B8E-4725-A998-A8A45254797C}">
      <dsp:nvSpPr>
        <dsp:cNvPr id="0" name=""/>
        <dsp:cNvSpPr/>
      </dsp:nvSpPr>
      <dsp:spPr>
        <a:xfrm>
          <a:off x="7438238" y="917537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Submission</a:t>
          </a:r>
        </a:p>
      </dsp:txBody>
      <dsp:txXfrm>
        <a:off x="7438238" y="917537"/>
        <a:ext cx="767980" cy="383990"/>
      </dsp:txXfrm>
    </dsp:sp>
    <dsp:sp modelId="{D71B566B-68C3-44C5-AE09-39FDA3398244}">
      <dsp:nvSpPr>
        <dsp:cNvPr id="0" name=""/>
        <dsp:cNvSpPr/>
      </dsp:nvSpPr>
      <dsp:spPr>
        <a:xfrm>
          <a:off x="7634419" y="1561642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sp:txBody>
      <dsp:txXfrm>
        <a:off x="7634419" y="1561642"/>
        <a:ext cx="767980" cy="383990"/>
      </dsp:txXfrm>
    </dsp:sp>
    <dsp:sp modelId="{512D87B3-B599-49CC-800E-AAF84B20F1CE}">
      <dsp:nvSpPr>
        <dsp:cNvPr id="0" name=""/>
        <dsp:cNvSpPr/>
      </dsp:nvSpPr>
      <dsp:spPr>
        <a:xfrm>
          <a:off x="7634419" y="2045243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Product</a:t>
          </a:r>
        </a:p>
      </dsp:txBody>
      <dsp:txXfrm>
        <a:off x="7634419" y="2045243"/>
        <a:ext cx="767980" cy="383990"/>
      </dsp:txXfrm>
    </dsp:sp>
    <dsp:sp modelId="{98F89CD6-997A-425F-B128-2D27CFA3B5BB}">
      <dsp:nvSpPr>
        <dsp:cNvPr id="0" name=""/>
        <dsp:cNvSpPr/>
      </dsp:nvSpPr>
      <dsp:spPr>
        <a:xfrm>
          <a:off x="7630233" y="2553335"/>
          <a:ext cx="767980" cy="383990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800" kern="120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sp:txBody>
      <dsp:txXfrm>
        <a:off x="7630233" y="2553335"/>
        <a:ext cx="767980" cy="3839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965D1-09F0-4F3B-8A24-D1993AC9C617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CC2F7-CEBA-4292-8D5B-B5693DC785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7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1666282-696E-4BC8-B8B0-F336AA0FA017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744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89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6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8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160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6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26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1954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C913EE-2727-4AD5-A4F4-2BB171BD1452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AB8804-944C-44FE-AC90-21977F1B7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993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2A7153-D257-4B24-9EEA-C9A3F1D1EE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664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 cap="none" baseline="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39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65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277E6E-6749-489A-9A65-DFF1D7BE37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94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369219"/>
            <a:ext cx="840240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97AD8-1FCE-4D4C-86B9-3F1377F62059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5800" y="4361092"/>
            <a:ext cx="2057400" cy="273844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12F0D55-9CD8-4149-AC74-111428CB37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92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EC0E44-31DD-4789-86DE-B6E31155F116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62B8-D7ED-4B07-9A04-1E3FEAB2A48C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1D6D51-0B2F-EE4F-A57F-A63BF66DAD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901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66282-696E-4BC8-B8B0-F336AA0FA017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7491796-214B-45DE-99F8-B1AF36C957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16DADB9-326D-1548-B650-735E35C21D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8901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903D7F4-2AD2-4C9C-9330-C03E0E70D3F1}"/>
              </a:ext>
            </a:extLst>
          </p:cNvPr>
          <p:cNvSpPr/>
          <p:nvPr userDrawn="1"/>
        </p:nvSpPr>
        <p:spPr>
          <a:xfrm>
            <a:off x="5708650" y="-3175"/>
            <a:ext cx="3435350" cy="5146675"/>
          </a:xfrm>
          <a:custGeom>
            <a:avLst/>
            <a:gdLst>
              <a:gd name="connsiteX0" fmla="*/ 0 w 3435350"/>
              <a:gd name="connsiteY0" fmla="*/ 0 h 5143500"/>
              <a:gd name="connsiteX1" fmla="*/ 3435350 w 3435350"/>
              <a:gd name="connsiteY1" fmla="*/ 0 h 5143500"/>
              <a:gd name="connsiteX2" fmla="*/ 3435350 w 3435350"/>
              <a:gd name="connsiteY2" fmla="*/ 5143500 h 5143500"/>
              <a:gd name="connsiteX3" fmla="*/ 0 w 3435350"/>
              <a:gd name="connsiteY3" fmla="*/ 5143500 h 5143500"/>
              <a:gd name="connsiteX4" fmla="*/ 0 w 3435350"/>
              <a:gd name="connsiteY4" fmla="*/ 0 h 5143500"/>
              <a:gd name="connsiteX0" fmla="*/ 1476375 w 3435350"/>
              <a:gd name="connsiteY0" fmla="*/ 0 h 5248275"/>
              <a:gd name="connsiteX1" fmla="*/ 3435350 w 3435350"/>
              <a:gd name="connsiteY1" fmla="*/ 104775 h 5248275"/>
              <a:gd name="connsiteX2" fmla="*/ 3435350 w 3435350"/>
              <a:gd name="connsiteY2" fmla="*/ 5248275 h 5248275"/>
              <a:gd name="connsiteX3" fmla="*/ 0 w 3435350"/>
              <a:gd name="connsiteY3" fmla="*/ 5248275 h 5248275"/>
              <a:gd name="connsiteX4" fmla="*/ 1476375 w 3435350"/>
              <a:gd name="connsiteY4" fmla="*/ 0 h 5248275"/>
              <a:gd name="connsiteX0" fmla="*/ 1190625 w 3435350"/>
              <a:gd name="connsiteY0" fmla="*/ 0 h 5162550"/>
              <a:gd name="connsiteX1" fmla="*/ 3435350 w 3435350"/>
              <a:gd name="connsiteY1" fmla="*/ 19050 h 5162550"/>
              <a:gd name="connsiteX2" fmla="*/ 3435350 w 3435350"/>
              <a:gd name="connsiteY2" fmla="*/ 5162550 h 5162550"/>
              <a:gd name="connsiteX3" fmla="*/ 0 w 3435350"/>
              <a:gd name="connsiteY3" fmla="*/ 5162550 h 5162550"/>
              <a:gd name="connsiteX4" fmla="*/ 1190625 w 3435350"/>
              <a:gd name="connsiteY4" fmla="*/ 0 h 5162550"/>
              <a:gd name="connsiteX0" fmla="*/ 11938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3800 w 3435350"/>
              <a:gd name="connsiteY4" fmla="*/ 0 h 5146675"/>
              <a:gd name="connsiteX0" fmla="*/ 1219200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219200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  <a:gd name="connsiteX0" fmla="*/ 1190625 w 3435350"/>
              <a:gd name="connsiteY0" fmla="*/ 0 h 5146675"/>
              <a:gd name="connsiteX1" fmla="*/ 3435350 w 3435350"/>
              <a:gd name="connsiteY1" fmla="*/ 3175 h 5146675"/>
              <a:gd name="connsiteX2" fmla="*/ 3435350 w 3435350"/>
              <a:gd name="connsiteY2" fmla="*/ 5146675 h 5146675"/>
              <a:gd name="connsiteX3" fmla="*/ 0 w 3435350"/>
              <a:gd name="connsiteY3" fmla="*/ 5146675 h 5146675"/>
              <a:gd name="connsiteX4" fmla="*/ 1190625 w 3435350"/>
              <a:gd name="connsiteY4" fmla="*/ 0 h 514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35350" h="5146675">
                <a:moveTo>
                  <a:pt x="1190625" y="0"/>
                </a:moveTo>
                <a:lnTo>
                  <a:pt x="3435350" y="3175"/>
                </a:lnTo>
                <a:lnTo>
                  <a:pt x="3435350" y="5146675"/>
                </a:lnTo>
                <a:lnTo>
                  <a:pt x="0" y="5146675"/>
                </a:lnTo>
                <a:lnTo>
                  <a:pt x="1190625" y="0"/>
                </a:lnTo>
                <a:close/>
              </a:path>
            </a:pathLst>
          </a:custGeom>
          <a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3E2C485A-CFD1-4426-A587-FCC12D6AD237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2F72749-A371-1D44-B1FE-5603940BB6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1229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ur (Insert Imag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8C1A-1BF5-4B59-AC3C-73632A8AD8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800" y="1598400"/>
            <a:ext cx="5259600" cy="1101600"/>
          </a:xfrm>
        </p:spPr>
        <p:txBody>
          <a:bodyPr anchor="b"/>
          <a:lstStyle>
            <a:lvl1pPr algn="l">
              <a:defRPr sz="27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9FAE3-5BF7-4965-9A39-4DF10150B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800" y="2701528"/>
            <a:ext cx="5259600" cy="131400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72EC3-CD0E-4DAF-AFA9-AA5AC3F2F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D904E3C7-3434-41F6-8009-C52959A159FA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6EE9-35CE-4EDE-8C2A-8C22D6E56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E84B-B0A3-4B16-A256-83DF69693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558EBCF5-E0AC-439B-A35D-E3E7670649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858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  <a:gd name="connsiteX0" fmla="*/ 0 w 3469436"/>
              <a:gd name="connsiteY0" fmla="*/ 5155434 h 5155434"/>
              <a:gd name="connsiteX1" fmla="*/ 1183466 w 3469436"/>
              <a:gd name="connsiteY1" fmla="*/ 1 h 5155434"/>
              <a:gd name="connsiteX2" fmla="*/ 3460649 w 3469436"/>
              <a:gd name="connsiteY2" fmla="*/ 0 h 5155434"/>
              <a:gd name="connsiteX3" fmla="*/ 3469376 w 3469436"/>
              <a:gd name="connsiteY3" fmla="*/ 5155075 h 5155434"/>
              <a:gd name="connsiteX4" fmla="*/ 0 w 3469436"/>
              <a:gd name="connsiteY4" fmla="*/ 5155434 h 5155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434">
                <a:moveTo>
                  <a:pt x="0" y="5155434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55434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05A56F-2D56-478C-8B76-D1EA61ECFB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288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B2333-4531-4F49-98C7-71CE6B11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680400"/>
            <a:ext cx="5259600" cy="1101600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BEE29-071E-4ED4-B0D5-046429DF4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800" y="1825200"/>
            <a:ext cx="5259600" cy="250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B9016-1CC6-48C9-96F5-24F342CE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96329-32E5-45D1-A44F-3528B41BEAB5}" type="datetime1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22F4-7BC9-4ABB-8BD9-5765E7594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4C82-F699-4384-99AC-56B3E6E8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8083C25-9322-4123-BA6A-1F002C5AC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2354" y="0"/>
            <a:ext cx="3461646" cy="5143500"/>
          </a:xfrm>
          <a:custGeom>
            <a:avLst/>
            <a:gdLst>
              <a:gd name="connsiteX0" fmla="*/ 0 w 3900487"/>
              <a:gd name="connsiteY0" fmla="*/ 5143500 h 5143500"/>
              <a:gd name="connsiteX1" fmla="*/ 975122 w 3900487"/>
              <a:gd name="connsiteY1" fmla="*/ 0 h 5143500"/>
              <a:gd name="connsiteX2" fmla="*/ 3900487 w 3900487"/>
              <a:gd name="connsiteY2" fmla="*/ 0 h 5143500"/>
              <a:gd name="connsiteX3" fmla="*/ 2925365 w 3900487"/>
              <a:gd name="connsiteY3" fmla="*/ 5143500 h 5143500"/>
              <a:gd name="connsiteX4" fmla="*/ 0 w 3900487"/>
              <a:gd name="connsiteY4" fmla="*/ 5143500 h 5143500"/>
              <a:gd name="connsiteX0" fmla="*/ 0 w 3900487"/>
              <a:gd name="connsiteY0" fmla="*/ 5143500 h 5149287"/>
              <a:gd name="connsiteX1" fmla="*/ 975122 w 3900487"/>
              <a:gd name="connsiteY1" fmla="*/ 0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900487"/>
              <a:gd name="connsiteY0" fmla="*/ 5143500 h 5149287"/>
              <a:gd name="connsiteX1" fmla="*/ 1652241 w 3900487"/>
              <a:gd name="connsiteY1" fmla="*/ 11575 h 5149287"/>
              <a:gd name="connsiteX2" fmla="*/ 3900487 w 3900487"/>
              <a:gd name="connsiteY2" fmla="*/ 0 h 5149287"/>
              <a:gd name="connsiteX3" fmla="*/ 3897639 w 3900487"/>
              <a:gd name="connsiteY3" fmla="*/ 5149287 h 5149287"/>
              <a:gd name="connsiteX4" fmla="*/ 0 w 3900487"/>
              <a:gd name="connsiteY4" fmla="*/ 5143500 h 5149287"/>
              <a:gd name="connsiteX0" fmla="*/ 0 w 3425925"/>
              <a:gd name="connsiteY0" fmla="*/ 5143500 h 5149287"/>
              <a:gd name="connsiteX1" fmla="*/ 1177679 w 3425925"/>
              <a:gd name="connsiteY1" fmla="*/ 11575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25925"/>
              <a:gd name="connsiteY0" fmla="*/ 5143500 h 5149287"/>
              <a:gd name="connsiteX1" fmla="*/ 1183466 w 3425925"/>
              <a:gd name="connsiteY1" fmla="*/ 1 h 5149287"/>
              <a:gd name="connsiteX2" fmla="*/ 3425925 w 3425925"/>
              <a:gd name="connsiteY2" fmla="*/ 0 h 5149287"/>
              <a:gd name="connsiteX3" fmla="*/ 3423077 w 3425925"/>
              <a:gd name="connsiteY3" fmla="*/ 5149287 h 5149287"/>
              <a:gd name="connsiteX4" fmla="*/ 0 w 3425925"/>
              <a:gd name="connsiteY4" fmla="*/ 5143500 h 5149287"/>
              <a:gd name="connsiteX0" fmla="*/ 0 w 3460649"/>
              <a:gd name="connsiteY0" fmla="*/ 5143500 h 5149287"/>
              <a:gd name="connsiteX1" fmla="*/ 1183466 w 3460649"/>
              <a:gd name="connsiteY1" fmla="*/ 1 h 5149287"/>
              <a:gd name="connsiteX2" fmla="*/ 3460649 w 3460649"/>
              <a:gd name="connsiteY2" fmla="*/ 0 h 5149287"/>
              <a:gd name="connsiteX3" fmla="*/ 3423077 w 3460649"/>
              <a:gd name="connsiteY3" fmla="*/ 5149287 h 5149287"/>
              <a:gd name="connsiteX4" fmla="*/ 0 w 3460649"/>
              <a:gd name="connsiteY4" fmla="*/ 5143500 h 5149287"/>
              <a:gd name="connsiteX0" fmla="*/ 0 w 3469436"/>
              <a:gd name="connsiteY0" fmla="*/ 5143500 h 5155075"/>
              <a:gd name="connsiteX1" fmla="*/ 1183466 w 3469436"/>
              <a:gd name="connsiteY1" fmla="*/ 1 h 5155075"/>
              <a:gd name="connsiteX2" fmla="*/ 3460649 w 3469436"/>
              <a:gd name="connsiteY2" fmla="*/ 0 h 5155075"/>
              <a:gd name="connsiteX3" fmla="*/ 3469376 w 3469436"/>
              <a:gd name="connsiteY3" fmla="*/ 5155075 h 5155075"/>
              <a:gd name="connsiteX4" fmla="*/ 0 w 3469436"/>
              <a:gd name="connsiteY4" fmla="*/ 5143500 h 5155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436" h="5155075">
                <a:moveTo>
                  <a:pt x="0" y="5143500"/>
                </a:moveTo>
                <a:lnTo>
                  <a:pt x="1183466" y="1"/>
                </a:lnTo>
                <a:lnTo>
                  <a:pt x="3460649" y="0"/>
                </a:lnTo>
                <a:cubicBezTo>
                  <a:pt x="3459700" y="1716429"/>
                  <a:pt x="3470325" y="3438646"/>
                  <a:pt x="3469376" y="5155075"/>
                </a:cubicBezTo>
                <a:lnTo>
                  <a:pt x="0" y="5143500"/>
                </a:lnTo>
                <a:close/>
              </a:path>
            </a:pathLst>
          </a:custGeo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60B14CD-4A00-594A-AAD9-53EA942B52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975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53E6F-F562-4865-866C-DA32BD244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52901-F037-4335-90F2-449535D19421}" type="datetime1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3A08AC-C1EC-5445-AB28-5F047F0DB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4947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49E27-7CDD-4911-B193-EF1903B1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19B5-91E3-4F4C-A589-6C6C950D6A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800" y="1369219"/>
            <a:ext cx="4144050" cy="28884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9F488-B9A6-4E2A-A2EC-51E6AAB5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8A0A7-EE55-43F8-B9FF-48474BF01C62}" type="datetime1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D270F-0A31-4F75-86AC-E8F4F8DB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4246-1144-49DF-80C6-487F327DE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24EC5BB-E888-4D27-BEC1-966A6DA6EA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29600" y="1369219"/>
            <a:ext cx="4143600" cy="28884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9CD2AA8-A7AF-544F-97FA-69AF01153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367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8CD2CEE-C7C6-454F-BABA-D3C681293B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800" y="335674"/>
            <a:ext cx="8402400" cy="3553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179F0-3632-4679-B6A5-46A0CB57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A1A33-3FCE-4155-9EE2-6FE5EF3C5DC7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D66F0-0409-41B5-8F0F-17515FC2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F6746-0473-414F-B00B-B983357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58813F-CBC4-43D6-900B-5F80FF478B19}"/>
              </a:ext>
            </a:extLst>
          </p:cNvPr>
          <p:cNvSpPr/>
          <p:nvPr userDrawn="1"/>
        </p:nvSpPr>
        <p:spPr>
          <a:xfrm>
            <a:off x="0" y="0"/>
            <a:ext cx="9144000" cy="4224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A113D54-2F93-4A2E-8BB5-789218AEB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8FFA18-F149-0A48-9FB8-6C2B11B51F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2956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66FB1-7EB8-48D4-BBC6-25C76E69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515F-EF3A-4544-A4C7-DB909F882D02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8E062-8FFD-4BEA-9E4D-0665BAB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D1732-3E34-49BE-8B77-1A0F750E2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D2EA03-0958-4D81-9330-2608322C4F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426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full bleed picture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69A0CDB-B305-4654-820B-083E7FB4B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8824" y="4348122"/>
            <a:ext cx="3143250" cy="690297"/>
          </a:xfrm>
        </p:spPr>
        <p:txBody>
          <a:bodyPr anchor="b"/>
          <a:lstStyle>
            <a:lvl1pPr>
              <a:defRPr sz="2400" b="0" i="0" cap="none" baseline="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image caption</a:t>
            </a:r>
            <a:endParaRPr lang="en-GB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FC92C9B-A566-5746-8B37-73483CA90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629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4244F-AB7D-4A1B-B659-7C45DEE6D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1212D-E935-40DA-A8C3-8B44174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2975-2842-4F46-9E3A-BD83A4AB70A7}" type="datetime1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84AF7-63FF-4F17-8CEC-05F9D0F1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3E4AC-67E3-4249-9DF5-A4C70E5F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1E47F59D-6A22-FA41-8C19-6774E8F92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578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926B6-9036-4126-AE1F-8A37EA53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E109-D549-48E1-9AC0-88A28FCC05A2}" type="datetime1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A293D-86F4-467C-A6B2-024611FA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59A11-3108-4192-81AD-C415E054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E1CF8-1877-4310-8670-A269E8016CA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3C5EA1-55AB-5E40-9DEF-74679B0447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200" y="4579200"/>
            <a:ext cx="3484800" cy="453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900"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bristol.ac.uk/&lt;add </a:t>
            </a:r>
            <a:r>
              <a:rPr lang="en-US" err="1"/>
              <a:t>url</a:t>
            </a:r>
            <a:r>
              <a:rPr lang="en-US"/>
              <a:t>&gt;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16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80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4" r:id="rId2"/>
    <p:sldLayoutId id="2147483670" r:id="rId3"/>
    <p:sldLayoutId id="2147483669" r:id="rId4"/>
    <p:sldLayoutId id="2147483672" r:id="rId5"/>
    <p:sldLayoutId id="2147483671" r:id="rId6"/>
    <p:sldLayoutId id="2147483673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C7EFF-4B85-47B4-9AEE-BAC2AEA4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355A-FC37-40C1-881B-11D9A87A1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0800" y="1369219"/>
            <a:ext cx="8402400" cy="28949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C79F3-7BFD-4B2B-9937-D0CB01C01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0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D2579E-D2B3-420A-972D-0CF396453095}" type="datetime1">
              <a:rPr lang="en-GB" smtClean="0"/>
              <a:pPr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0D257-02C6-4B88-B728-A31860AD3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800" y="43610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1B7CE-A778-4036-BB74-3EFF1FE74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1627" y="4771676"/>
            <a:ext cx="540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7DE1CF8-1877-4310-8670-A269E8016CA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10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6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i="0" kern="1200" cap="all" baseline="0">
          <a:solidFill>
            <a:schemeClr val="tx1"/>
          </a:solidFill>
          <a:latin typeface="Arial Black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SzPct val="85000"/>
        <a:buFont typeface="Wingdings" panose="05000000000000000000" pitchFamily="2" charset="2"/>
        <a:buChar char="§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85000"/>
        <a:buFont typeface="Wingdings" panose="05000000000000000000" pitchFamily="2" charset="2"/>
        <a:buChar char="Ø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Courier New" panose="02070309020205020404" pitchFamily="49" charset="0"/>
        <a:buChar char="o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E278-8845-3B4C-90B8-21A5FC794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Arial Black"/>
              </a:rPr>
              <a:t>Project Plan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C789E3-A5E1-C740-883E-2A3C2FE5E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EMEE20002 Project Plan Submission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8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379DA-9A1B-7399-C482-B2DA4D1C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95B4243-0009-17F7-38E5-352CB185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GB" sz="1400">
                <a:latin typeface="Arial Black"/>
              </a:rPr>
              <a:t>Project Charter</a:t>
            </a:r>
            <a:endParaRPr lang="en-GB" sz="140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A75E3D-8EBA-7CAB-4C0F-07F6721E5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506629"/>
              </p:ext>
            </p:extLst>
          </p:nvPr>
        </p:nvGraphicFramePr>
        <p:xfrm>
          <a:off x="188976" y="170689"/>
          <a:ext cx="8784000" cy="44664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1280">
                  <a:extLst>
                    <a:ext uri="{9D8B030D-6E8A-4147-A177-3AD203B41FA5}">
                      <a16:colId xmlns:a16="http://schemas.microsoft.com/office/drawing/2014/main" val="132347428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426089892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1611013288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1529360800"/>
                    </a:ext>
                  </a:extLst>
                </a:gridCol>
                <a:gridCol w="2681904">
                  <a:extLst>
                    <a:ext uri="{9D8B030D-6E8A-4147-A177-3AD203B41FA5}">
                      <a16:colId xmlns:a16="http://schemas.microsoft.com/office/drawing/2014/main" val="1826157324"/>
                    </a:ext>
                  </a:extLst>
                </a:gridCol>
              </a:tblGrid>
              <a:tr h="338289">
                <a:tc gridSpan="2">
                  <a:txBody>
                    <a:bodyPr/>
                    <a:lstStyle/>
                    <a:p>
                      <a:r>
                        <a:rPr lang="en-GB" sz="1000" b="1"/>
                        <a:t>Project Charter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Date</a:t>
                      </a:r>
                    </a:p>
                    <a:p>
                      <a:pPr lvl="0">
                        <a:buNone/>
                      </a:pPr>
                      <a:r>
                        <a:rPr lang="en-GB" altLang="zh-CN" sz="1000" b="0"/>
                        <a:t>28/11/2025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7064"/>
                  </a:ext>
                </a:extLst>
              </a:tr>
              <a:tr h="549720">
                <a:tc gridSpan="2">
                  <a:txBody>
                    <a:bodyPr/>
                    <a:lstStyle/>
                    <a:p>
                      <a:r>
                        <a:rPr lang="en-GB" sz="1000" b="1"/>
                        <a:t>Title</a:t>
                      </a:r>
                    </a:p>
                    <a:p>
                      <a:r>
                        <a:rPr lang="en-GB" sz="1000" b="0"/>
                        <a:t>FPGA Peak Detector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Team ID</a:t>
                      </a:r>
                    </a:p>
                    <a:p>
                      <a:r>
                        <a:rPr lang="en-GB" sz="1000"/>
                        <a:t>[insert team here]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Team ID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/>
                        <a:t>Group 8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 dirty="0"/>
                        <a:t>Project Manager</a:t>
                      </a:r>
                    </a:p>
                    <a:p>
                      <a:r>
                        <a:rPr lang="en-GB" sz="1000" dirty="0"/>
                        <a:t>Xinrui Zhu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097024"/>
                  </a:ext>
                </a:extLst>
              </a:tr>
              <a:tr h="338289">
                <a:tc gridSpan="2">
                  <a:txBody>
                    <a:bodyPr/>
                    <a:lstStyle/>
                    <a:p>
                      <a:r>
                        <a:rPr lang="en-GB" sz="1000" b="1"/>
                        <a:t>Goals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GB" sz="1000" b="1"/>
                        <a:t>Roles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Roles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1"/>
                        <a:t>Responsibilities</a:t>
                      </a:r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877642"/>
                  </a:ext>
                </a:extLst>
              </a:tr>
              <a:tr h="1677615">
                <a:tc gridSpan="2">
                  <a:txBody>
                    <a:bodyPr/>
                    <a:lstStyle/>
                    <a:p>
                      <a:r>
                        <a:rPr lang="en-GB" sz="1000" dirty="0"/>
                        <a:t>Design VHDL programmes to interpret user’s command and detect the peak value and six adjacent ones in a sequence up to 500 samples, then implement it on FPGA by the end of TB2.</a:t>
                      </a:r>
                    </a:p>
                    <a:p>
                      <a:pPr lvl="0">
                        <a:buNone/>
                      </a:pPr>
                      <a:endParaRPr lang="en-GB" sz="1000" b="1" i="0" u="none" strike="noStrike" noProof="0" dirty="0">
                        <a:latin typeface="-webkit-standard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Xinrui Zhu: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Leader of command processor (CP)</a:t>
                      </a:r>
                    </a:p>
                    <a:p>
                      <a:pPr marL="0" lvl="0" indent="0">
                        <a:buFont typeface="Arial" panose="020B0604020202020204" pitchFamily="34" charset="0"/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Yuan Ren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CP implementer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Julia Yang: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CP implementer</a:t>
                      </a: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Xi Zhao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+mn-lt"/>
                        </a:rPr>
                        <a:t>Leader of data processor (DP)</a:t>
                      </a:r>
                      <a:endParaRPr lang="en-GB" sz="1000" b="0" i="0" u="none" strike="noStrike" noProof="0" dirty="0">
                        <a:latin typeface="Arial"/>
                      </a:endParaRPr>
                    </a:p>
                    <a:p>
                      <a:pPr lvl="0">
                        <a:buNone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Yuhao Jiang: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b="0" i="0" u="none" strike="noStrike" noProof="0" dirty="0">
                          <a:latin typeface="Arial"/>
                        </a:rPr>
                        <a:t>DP implementer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Xinrui Zhu: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CP architecture and ports define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Yuan Ren: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CP implementation on VHDL</a:t>
                      </a:r>
                    </a:p>
                    <a:p>
                      <a:pPr lvl="0">
                        <a:buNone/>
                      </a:pPr>
                      <a:r>
                        <a:rPr lang="en-GB" sz="1000" dirty="0"/>
                        <a:t>Julia Yang: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Integrate with FPGA Tx/Rx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Xi Zhao: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/>
                        <a:t>Design DP algorithm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Yuhao Jiang:</a:t>
                      </a: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000" dirty="0"/>
                        <a:t>DP implementation on VHDL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0641"/>
                  </a:ext>
                </a:extLst>
              </a:tr>
              <a:tr h="338289">
                <a:tc>
                  <a:txBody>
                    <a:bodyPr/>
                    <a:lstStyle/>
                    <a:p>
                      <a:r>
                        <a:rPr lang="en-GB" sz="1000" b="1"/>
                        <a:t>In-Scope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1000" b="1" dirty="0"/>
                        <a:t>Out-of-Scope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GB" sz="1000" b="1"/>
                        <a:t>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000" b="1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0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537897"/>
                  </a:ext>
                </a:extLst>
              </a:tr>
              <a:tr h="116631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Data processor RTL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Command processor RTL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FPGA synthesis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Test and verification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Testbenches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Data generator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Serial communication of Tx/Rx on FPGA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All teammates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Dr.</a:t>
                      </a:r>
                      <a:r>
                        <a:rPr lang="en-GB" sz="1000" dirty="0"/>
                        <a:t> Roshan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Dr.</a:t>
                      </a:r>
                      <a:r>
                        <a:rPr lang="en-GB" sz="1000" dirty="0"/>
                        <a:t> Karameh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Teaching assistants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0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2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39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20A30-81A9-49B9-A317-5133CE0B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525E-1537-B6D6-1C5D-5FB261B8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Work Breakdown Structure</a:t>
            </a:r>
            <a:endParaRPr lang="en-US"/>
          </a:p>
        </p:txBody>
      </p:sp>
      <p:graphicFrame>
        <p:nvGraphicFramePr>
          <p:cNvPr id="3" name="SmartArt">
            <a:extLst>
              <a:ext uri="{FF2B5EF4-FFF2-40B4-BE49-F238E27FC236}">
                <a16:creationId xmlns:a16="http://schemas.microsoft.com/office/drawing/2014/main" id="{DED83488-D4BA-E06C-B6B9-FC33696831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8063431"/>
              </p:ext>
            </p:extLst>
          </p:nvPr>
        </p:nvGraphicFramePr>
        <p:xfrm>
          <a:off x="370800" y="1305946"/>
          <a:ext cx="8402400" cy="3309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457C902-0858-0819-3A2D-110C01862B08}"/>
              </a:ext>
            </a:extLst>
          </p:cNvPr>
          <p:cNvSpPr txBox="1"/>
          <p:nvPr/>
        </p:nvSpPr>
        <p:spPr>
          <a:xfrm>
            <a:off x="370800" y="1268016"/>
            <a:ext cx="1314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DP: Data Processor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6292-851D-FB98-444D-E423236471FA}"/>
              </a:ext>
            </a:extLst>
          </p:cNvPr>
          <p:cNvSpPr txBox="1"/>
          <p:nvPr/>
        </p:nvSpPr>
        <p:spPr>
          <a:xfrm>
            <a:off x="370800" y="1552167"/>
            <a:ext cx="16498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CP: Command Processor</a:t>
            </a:r>
          </a:p>
        </p:txBody>
      </p:sp>
    </p:spTree>
    <p:extLst>
      <p:ext uri="{BB962C8B-B14F-4D97-AF65-F5344CB8AC3E}">
        <p14:creationId xmlns:p14="http://schemas.microsoft.com/office/powerpoint/2010/main" val="337824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A3E1C-4050-A46F-B9FD-A4781231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2CB5-65EB-D9BB-2CA8-8C7FD379C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00" y="273844"/>
            <a:ext cx="8402400" cy="994172"/>
          </a:xfrm>
        </p:spPr>
        <p:txBody>
          <a:bodyPr anchor="ctr">
            <a:normAutofit/>
          </a:bodyPr>
          <a:lstStyle/>
          <a:p>
            <a:r>
              <a:rPr lang="en-GB" dirty="0"/>
              <a:t>Project Timeline</a:t>
            </a:r>
            <a:endParaRPr lang="en-US" dirty="0"/>
          </a:p>
        </p:txBody>
      </p:sp>
      <p:pic>
        <p:nvPicPr>
          <p:cNvPr id="4" name="Picture 3" descr="A screenshot of a project management&#10;&#10;Description automatically generated">
            <a:extLst>
              <a:ext uri="{FF2B5EF4-FFF2-40B4-BE49-F238E27FC236}">
                <a16:creationId xmlns:a16="http://schemas.microsoft.com/office/drawing/2014/main" id="{5A433888-DC7C-1369-C8C2-E329673E7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98" y="979715"/>
            <a:ext cx="5599003" cy="368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28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5160-576B-DE8B-E986-9796ED1EC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06FA4-0389-23C6-A2C4-55C2F82B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 Black"/>
              </a:rPr>
              <a:t>Risk Register</a:t>
            </a:r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3578E-E1E1-5235-B771-946F46D4D6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96852"/>
              </p:ext>
            </p:extLst>
          </p:nvPr>
        </p:nvGraphicFramePr>
        <p:xfrm>
          <a:off x="371475" y="1370013"/>
          <a:ext cx="8401025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068">
                  <a:extLst>
                    <a:ext uri="{9D8B030D-6E8A-4147-A177-3AD203B41FA5}">
                      <a16:colId xmlns:a16="http://schemas.microsoft.com/office/drawing/2014/main" val="343774850"/>
                    </a:ext>
                  </a:extLst>
                </a:gridCol>
                <a:gridCol w="963159">
                  <a:extLst>
                    <a:ext uri="{9D8B030D-6E8A-4147-A177-3AD203B41FA5}">
                      <a16:colId xmlns:a16="http://schemas.microsoft.com/office/drawing/2014/main" val="2830048338"/>
                    </a:ext>
                  </a:extLst>
                </a:gridCol>
                <a:gridCol w="1862879">
                  <a:extLst>
                    <a:ext uri="{9D8B030D-6E8A-4147-A177-3AD203B41FA5}">
                      <a16:colId xmlns:a16="http://schemas.microsoft.com/office/drawing/2014/main" val="234589273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789606164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2923248869"/>
                    </a:ext>
                  </a:extLst>
                </a:gridCol>
                <a:gridCol w="694620">
                  <a:extLst>
                    <a:ext uri="{9D8B030D-6E8A-4147-A177-3AD203B41FA5}">
                      <a16:colId xmlns:a16="http://schemas.microsoft.com/office/drawing/2014/main" val="1681304311"/>
                    </a:ext>
                  </a:extLst>
                </a:gridCol>
                <a:gridCol w="1943624">
                  <a:extLst>
                    <a:ext uri="{9D8B030D-6E8A-4147-A177-3AD203B41FA5}">
                      <a16:colId xmlns:a16="http://schemas.microsoft.com/office/drawing/2014/main" val="2934667186"/>
                    </a:ext>
                  </a:extLst>
                </a:gridCol>
                <a:gridCol w="780435">
                  <a:extLst>
                    <a:ext uri="{9D8B030D-6E8A-4147-A177-3AD203B41FA5}">
                      <a16:colId xmlns:a16="http://schemas.microsoft.com/office/drawing/2014/main" val="6389183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8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Raised 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Owner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519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Member doesn’t complete his own work before a certain deadline.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Arrange weekly meeting to check individual’s progress.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 Zhao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12574"/>
                  </a:ext>
                </a:extLst>
              </a:tr>
              <a:tr h="3118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Zhu, 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Simulation result doesn’t meet expectation. (e.g. can’t detect peak)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Draft the code after the algorithm is finished, pay attention to syntax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84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FPGA timing doesn’t converge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Get familiar with FPGA workflow from lectures.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Xinrui Zhu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53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28/11/2025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Team member becomes unavailable (e.g. accidentally injured)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Optimise work distribution and prepare for online collaboration.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Yuan Ren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32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29/11/2025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zh-CN" sz="800" dirty="0"/>
                        <a:t>FPGA board is malfunctioned or damaged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Test the functions at first time, contact university staff for replacement early.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Yuhao Jiang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25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01/12/2025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u="none" strike="noStrike" noProof="0" dirty="0">
                          <a:latin typeface="+mn-lt"/>
                        </a:rPr>
                        <a:t>Inconsistent coding styles of developers leads to inconsistent module interfaces</a:t>
                      </a:r>
                      <a:endParaRPr lang="en-US" altLang="zh-CN" sz="800" b="0" i="0" u="none" strike="noStrike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0" i="0" u="none" strike="noStrike" noProof="0" dirty="0">
                          <a:latin typeface="+mn-lt"/>
                        </a:rPr>
                        <a:t>Write ReadMe document to define essential specs, add comments next to critical code sections.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800" dirty="0"/>
                        <a:t>Julia Yang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22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381838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Bristol (Main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F083564A-2207-4647-8BE4-8FD103A87836}"/>
    </a:ext>
  </a:extLst>
</a:theme>
</file>

<file path=ppt/theme/theme2.xml><?xml version="1.0" encoding="utf-8"?>
<a:theme xmlns:a="http://schemas.openxmlformats.org/drawingml/2006/main" name="University of Bristol (Custom URL)">
  <a:themeElements>
    <a:clrScheme name="University of Bristol">
      <a:dk1>
        <a:sysClr val="windowText" lastClr="000000"/>
      </a:dk1>
      <a:lt1>
        <a:sysClr val="window" lastClr="FFFFFF"/>
      </a:lt1>
      <a:dk2>
        <a:srgbClr val="AB1F2D"/>
      </a:dk2>
      <a:lt2>
        <a:srgbClr val="E3E6E5"/>
      </a:lt2>
      <a:accent1>
        <a:srgbClr val="00C0B5"/>
      </a:accent1>
      <a:accent2>
        <a:srgbClr val="0CC6DE"/>
      </a:accent2>
      <a:accent3>
        <a:srgbClr val="EE7219"/>
      </a:accent3>
      <a:accent4>
        <a:srgbClr val="9278D1"/>
      </a:accent4>
      <a:accent5>
        <a:srgbClr val="E0249A"/>
      </a:accent5>
      <a:accent6>
        <a:srgbClr val="BED600"/>
      </a:accent6>
      <a:hlink>
        <a:srgbClr val="0563C1"/>
      </a:hlink>
      <a:folHlink>
        <a:srgbClr val="954F72"/>
      </a:folHlink>
    </a:clrScheme>
    <a:fontScheme name="University of Bristol">
      <a:majorFont>
        <a:latin typeface="Sanchez Regula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242F8F13-2998-DF4F-BD55-F97E0348F1D9}" vid="{2CA93492-6BF1-6943-AC27-762D379CC7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05D75436A52549B7ED19092B2E07A8" ma:contentTypeVersion="16" ma:contentTypeDescription="Create a new document." ma:contentTypeScope="" ma:versionID="b4a12d028d0d35f855902b0273bea3d9">
  <xsd:schema xmlns:xsd="http://www.w3.org/2001/XMLSchema" xmlns:xs="http://www.w3.org/2001/XMLSchema" xmlns:p="http://schemas.microsoft.com/office/2006/metadata/properties" xmlns:ns2="73a3add5-6b09-4a56-9bc7-30af613c1337" xmlns:ns3="edb9d0e4-5370-4cfb-9e4e-bdf6de379f60" xmlns:ns4="d1cf97c3-d43a-41a1-b8e4-c0cfd6ebd5e1" targetNamespace="http://schemas.microsoft.com/office/2006/metadata/properties" ma:root="true" ma:fieldsID="eb69909cf4d4fa141250888533ddd8b3" ns2:_="" ns3:_="" ns4:_="">
    <xsd:import namespace="73a3add5-6b09-4a56-9bc7-30af613c1337"/>
    <xsd:import namespace="edb9d0e4-5370-4cfb-9e4e-bdf6de379f60"/>
    <xsd:import namespace="d1cf97c3-d43a-41a1-b8e4-c0cfd6ebd5e1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a3add5-6b09-4a56-9bc7-30af613c1337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d084387-097e-4aef-8f33-0dee7b0eb5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9d0e4-5370-4cfb-9e4e-bdf6de379f60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d97a6e6-d1a5-4f5a-9617-3779127589de}" ma:internalName="TaxCatchAll" ma:showField="CatchAllData" ma:web="db58e496-3217-4c2e-99be-bae25f41cc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f97c3-d43a-41a1-b8e4-c0cfd6ebd5e1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db9d0e4-5370-4cfb-9e4e-bdf6de379f60" xsi:nil="true"/>
    <lcf76f155ced4ddcb4097134ff3c332f xmlns="73a3add5-6b09-4a56-9bc7-30af613c133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F9D86A-1C4E-4919-943A-A9552BA4B277}">
  <ds:schemaRefs>
    <ds:schemaRef ds:uri="73a3add5-6b09-4a56-9bc7-30af613c1337"/>
    <ds:schemaRef ds:uri="d1cf97c3-d43a-41a1-b8e4-c0cfd6ebd5e1"/>
    <ds:schemaRef ds:uri="edb9d0e4-5370-4cfb-9e4e-bdf6de379f6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C7FBB47-7CAF-49C9-9A22-ADC671AD2370}">
  <ds:schemaRefs>
    <ds:schemaRef ds:uri="http://www.w3.org/XML/1998/namespace"/>
    <ds:schemaRef ds:uri="edb9d0e4-5370-4cfb-9e4e-bdf6de379f60"/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d1cf97c3-d43a-41a1-b8e4-c0cfd6ebd5e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3a3add5-6b09-4a56-9bc7-30af613c1337"/>
  </ds:schemaRefs>
</ds:datastoreItem>
</file>

<file path=customXml/itemProps3.xml><?xml version="1.0" encoding="utf-8"?>
<ds:datastoreItem xmlns:ds="http://schemas.openxmlformats.org/officeDocument/2006/customXml" ds:itemID="{43D93B44-5625-45D9-92B6-45F8BD713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University of Bristol (Main URL)</Template>
  <TotalTime>91</TotalTime>
  <Words>420</Words>
  <Application>Microsoft Macintosh PowerPoint</Application>
  <PresentationFormat>On-screen Show (16:9)</PresentationFormat>
  <Paragraphs>137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-webkit-standard</vt:lpstr>
      <vt:lpstr>Arial</vt:lpstr>
      <vt:lpstr>Arial Black</vt:lpstr>
      <vt:lpstr>Calibri</vt:lpstr>
      <vt:lpstr>Courier New</vt:lpstr>
      <vt:lpstr>Helvetica Neue</vt:lpstr>
      <vt:lpstr>Wingdings</vt:lpstr>
      <vt:lpstr>University of Bristol (Main URL)</vt:lpstr>
      <vt:lpstr>University of Bristol (Custom URL)</vt:lpstr>
      <vt:lpstr>Project Plan</vt:lpstr>
      <vt:lpstr>Project Charter</vt:lpstr>
      <vt:lpstr>Work Breakdown Structure</vt:lpstr>
      <vt:lpstr>Project Timeline</vt:lpstr>
      <vt:lpstr>Risk 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Lee-Warren</dc:creator>
  <cp:lastModifiedBy>Xinrui Zhu</cp:lastModifiedBy>
  <cp:revision>3</cp:revision>
  <dcterms:created xsi:type="dcterms:W3CDTF">2022-10-18T14:37:12Z</dcterms:created>
  <dcterms:modified xsi:type="dcterms:W3CDTF">2025-12-03T23:06:19Z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0x0101001B05D75436A52549B7ED19092B2E07A8</vt:lpwstr>
  </property>
  <property fmtid="{D5CDD505-2E9C-101B-9397-08002B2CF9AE}" pid="3" name="MediaServiceImageTags">
    <vt:lpwstr/>
  </property>
</Properties>
</file>