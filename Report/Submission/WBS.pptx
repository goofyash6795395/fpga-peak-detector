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6"/>
  </p:normalViewPr>
  <p:slideViewPr>
    <p:cSldViewPr snapToGrid="0">
      <p:cViewPr varScale="1">
        <p:scale>
          <a:sx n="101" d="100"/>
          <a:sy n="101" d="100"/>
        </p:scale>
        <p:origin x="9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6060C9-4F9C-4633-A8C3-6F32FC224519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36E3B70A-2B3C-4CB6-8258-F783A8D947BE}">
      <dgm:prSet phldrT="[文本]" custT="1"/>
      <dgm:spPr>
        <a:xfrm>
          <a:off x="3690762" y="979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 rtl="0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peak Detector</a:t>
          </a:r>
        </a:p>
      </dgm:t>
    </dgm:pt>
    <dgm:pt modelId="{A152F6D8-1644-44AB-B4CE-1C4D046D5A4A}" type="parTrans" cxnId="{AA3A0B9A-2C4A-4AB8-9BD6-800500537C53}">
      <dgm:prSet/>
      <dgm:spPr/>
      <dgm:t>
        <a:bodyPr/>
        <a:lstStyle/>
        <a:p>
          <a:endParaRPr lang="zh-CN" altLang="en-US"/>
        </a:p>
      </dgm:t>
    </dgm:pt>
    <dgm:pt modelId="{77F130DE-2F9F-4FDB-AE03-611F0BF8CB81}" type="sibTrans" cxnId="{AA3A0B9A-2C4A-4AB8-9BD6-800500537C53}">
      <dgm:prSet/>
      <dgm:spPr/>
      <dgm:t>
        <a:bodyPr/>
        <a:lstStyle/>
        <a:p>
          <a:endParaRPr lang="zh-CN" altLang="en-US"/>
        </a:p>
      </dgm:t>
    </dgm:pt>
    <dgm:pt modelId="{2D501A6C-CB1C-42AF-A2B4-95A7ADFD6EB8}">
      <dgm:prSet phldrT="[文本]" phldr="0" custT="1"/>
      <dgm:spPr>
        <a:xfrm>
          <a:off x="624051" y="580837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 spcFirstLastPara="0" vert="horz" wrap="square" lIns="5080" tIns="5080" rIns="5080" bIns="5080" numCol="1" spcCol="1270" anchor="ctr" anchorCtr="0"/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prstClr val="whit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Algorithm level</a:t>
          </a:r>
        </a:p>
      </dgm:t>
    </dgm:pt>
    <dgm:pt modelId="{47D56DEB-1BD9-431C-A9F1-63D6F6A8099D}" type="parTrans" cxnId="{B23F160A-21F7-42A0-BB3C-49F14B86092C}">
      <dgm:prSet/>
      <dgm:spPr>
        <a:xfrm>
          <a:off x="1032401" y="409330"/>
          <a:ext cx="3066710" cy="171507"/>
        </a:xfrm>
        <a:noFill/>
        <a:ln w="12700" cap="flat" cmpd="sng" algn="ctr">
          <a:solidFill>
            <a:sysClr val="windowText" lastClr="000000">
              <a:shade val="6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zh-CN" altLang="en-US"/>
        </a:p>
      </dgm:t>
    </dgm:pt>
    <dgm:pt modelId="{D5832A88-F911-4DAF-9868-E6D6974C1FA6}" type="sibTrans" cxnId="{B23F160A-21F7-42A0-BB3C-49F14B86092C}">
      <dgm:prSet/>
      <dgm:spPr/>
      <dgm:t>
        <a:bodyPr/>
        <a:lstStyle/>
        <a:p>
          <a:endParaRPr lang="zh-CN" altLang="en-US"/>
        </a:p>
      </dgm:t>
    </dgm:pt>
    <dgm:pt modelId="{AC7B98EA-B026-4F08-8052-EC037FB5D742}">
      <dgm:prSet phldr="0" custT="1"/>
      <dgm:spPr>
        <a:xfrm>
          <a:off x="6757472" y="580837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Documentation</a:t>
          </a:r>
        </a:p>
      </dgm:t>
    </dgm:pt>
    <dgm:pt modelId="{184A1767-DA0B-466E-A9D1-FB42AE272BD1}" type="parTrans" cxnId="{3E2493DF-B30D-414A-B05C-D9413BE7AF77}">
      <dgm:prSet/>
      <dgm:spPr>
        <a:xfrm>
          <a:off x="4099112" y="409330"/>
          <a:ext cx="3066710" cy="171507"/>
        </a:xfrm>
        <a:noFill/>
        <a:ln w="12700" cap="flat" cmpd="sng" algn="ctr">
          <a:solidFill>
            <a:sysClr val="windowText" lastClr="000000">
              <a:shade val="6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zh-CN" altLang="en-US"/>
        </a:p>
      </dgm:t>
    </dgm:pt>
    <dgm:pt modelId="{051A0850-0203-443D-AB2E-9CD76C243A2A}" type="sibTrans" cxnId="{3E2493DF-B30D-414A-B05C-D9413BE7AF77}">
      <dgm:prSet/>
      <dgm:spPr/>
      <dgm:t>
        <a:bodyPr/>
        <a:lstStyle/>
        <a:p>
          <a:endParaRPr lang="zh-CN" altLang="en-US"/>
        </a:p>
      </dgm:t>
    </dgm:pt>
    <dgm:pt modelId="{5464455F-FE27-4E2B-B770-7475AE342F46}">
      <dgm:prSet phldr="0" custT="1"/>
      <dgm:spPr>
        <a:xfrm>
          <a:off x="129947" y="1160694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 rtl="0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ASM </a:t>
          </a:r>
        </a:p>
      </dgm:t>
    </dgm:pt>
    <dgm:pt modelId="{1DB38FF9-3325-4F16-A9E6-F84CAFC8FF0F}" type="parTrans" cxnId="{F686275E-47E9-486E-BB8E-F02C14C06A5D}">
      <dgm:prSet/>
      <dgm:spPr>
        <a:xfrm>
          <a:off x="538297" y="989187"/>
          <a:ext cx="494103" cy="171507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zh-CN" altLang="en-US"/>
        </a:p>
      </dgm:t>
    </dgm:pt>
    <dgm:pt modelId="{CB17FA13-D2CE-4421-AB75-8AED2E20FEAB}" type="sibTrans" cxnId="{F686275E-47E9-486E-BB8E-F02C14C06A5D}">
      <dgm:prSet/>
      <dgm:spPr/>
      <dgm:t>
        <a:bodyPr/>
        <a:lstStyle/>
        <a:p>
          <a:endParaRPr lang="zh-CN" altLang="en-US"/>
        </a:p>
      </dgm:t>
    </dgm:pt>
    <dgm:pt modelId="{62693056-0B0D-4626-992C-051F2E792B18}">
      <dgm:prSet phldr="0" custT="1"/>
      <dgm:spPr>
        <a:xfrm>
          <a:off x="1118155" y="1160694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 rtl="0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FSM</a:t>
          </a:r>
        </a:p>
      </dgm:t>
    </dgm:pt>
    <dgm:pt modelId="{ED448E46-0EEB-443E-8BA7-D1038693D95C}" type="parTrans" cxnId="{A7D5613C-366C-424C-AB92-59CBB244D507}">
      <dgm:prSet/>
      <dgm:spPr>
        <a:xfrm>
          <a:off x="1032401" y="989187"/>
          <a:ext cx="494103" cy="171507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zh-CN" altLang="en-US"/>
        </a:p>
      </dgm:t>
    </dgm:pt>
    <dgm:pt modelId="{8DEAB065-FB29-4E96-9A29-52D8AF714414}" type="sibTrans" cxnId="{A7D5613C-366C-424C-AB92-59CBB244D507}">
      <dgm:prSet/>
      <dgm:spPr/>
      <dgm:t>
        <a:bodyPr/>
        <a:lstStyle/>
        <a:p>
          <a:endParaRPr lang="zh-CN" altLang="en-US"/>
        </a:p>
      </dgm:t>
    </dgm:pt>
    <dgm:pt modelId="{944D8054-A2B7-4299-B693-A3F41E66066D}">
      <dgm:prSet phldr="0" custT="1"/>
      <dgm:spPr>
        <a:xfrm>
          <a:off x="334122" y="1740552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 rtl="0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Pseudocode</a:t>
          </a:r>
        </a:p>
      </dgm:t>
    </dgm:pt>
    <dgm:pt modelId="{9A27FA61-BD83-43D4-A894-AE1B5F6799DC}" type="parTrans" cxnId="{FE6B4699-4F2F-4D40-84A9-00994D9AB760}">
      <dgm:prSet/>
      <dgm:spPr>
        <a:xfrm>
          <a:off x="211617" y="1569044"/>
          <a:ext cx="122505" cy="375682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zh-CN" altLang="en-US"/>
        </a:p>
      </dgm:t>
    </dgm:pt>
    <dgm:pt modelId="{F96B9A4F-6160-4779-A99D-6740BC85ABD3}" type="sibTrans" cxnId="{FE6B4699-4F2F-4D40-84A9-00994D9AB760}">
      <dgm:prSet/>
      <dgm:spPr/>
      <dgm:t>
        <a:bodyPr/>
        <a:lstStyle/>
        <a:p>
          <a:endParaRPr lang="zh-CN" altLang="en-US"/>
        </a:p>
      </dgm:t>
    </dgm:pt>
    <dgm:pt modelId="{A211AE1B-2D58-430E-81A9-7470B99FFD08}">
      <dgm:prSet phldr="0" custT="1"/>
      <dgm:spPr>
        <a:xfrm>
          <a:off x="1322330" y="2320409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 rtl="0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Interconnection</a:t>
          </a:r>
        </a:p>
      </dgm:t>
    </dgm:pt>
    <dgm:pt modelId="{BFB00E75-F2D1-4CB4-B8D1-919071F74C94}" type="parTrans" cxnId="{8E94CC34-B6C0-4ECC-B2FA-2D41DED5C5CC}">
      <dgm:prSet/>
      <dgm:spPr>
        <a:xfrm>
          <a:off x="1199825" y="1569044"/>
          <a:ext cx="122505" cy="955539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zh-CN" altLang="en-US"/>
        </a:p>
      </dgm:t>
    </dgm:pt>
    <dgm:pt modelId="{6A3B6749-EA12-4BAD-B846-9950C88DD2D0}" type="sibTrans" cxnId="{8E94CC34-B6C0-4ECC-B2FA-2D41DED5C5CC}">
      <dgm:prSet/>
      <dgm:spPr/>
      <dgm:t>
        <a:bodyPr/>
        <a:lstStyle/>
        <a:p>
          <a:endParaRPr lang="zh-CN" altLang="en-US"/>
        </a:p>
      </dgm:t>
    </dgm:pt>
    <dgm:pt modelId="{009318C8-8591-4C1B-891A-490442B47FAF}">
      <dgm:prSet phldr="0" custT="1"/>
      <dgm:spPr>
        <a:xfrm>
          <a:off x="2106363" y="1160694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 rtl="0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VHDL</a:t>
          </a:r>
        </a:p>
      </dgm:t>
    </dgm:pt>
    <dgm:pt modelId="{5942B258-29FD-4AB2-923C-2F985D439EC7}" type="parTrans" cxnId="{37EF61C7-1113-4A72-82CF-CC37FB74EFE7}">
      <dgm:prSet/>
      <dgm:spPr>
        <a:xfrm>
          <a:off x="2514713" y="989187"/>
          <a:ext cx="494103" cy="171507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zh-CN" altLang="en-US"/>
        </a:p>
      </dgm:t>
    </dgm:pt>
    <dgm:pt modelId="{106EE8BD-0836-4913-8CF4-BDFF274B9C5F}" type="sibTrans" cxnId="{37EF61C7-1113-4A72-82CF-CC37FB74EFE7}">
      <dgm:prSet/>
      <dgm:spPr/>
      <dgm:t>
        <a:bodyPr/>
        <a:lstStyle/>
        <a:p>
          <a:endParaRPr lang="zh-CN" altLang="en-US"/>
        </a:p>
      </dgm:t>
    </dgm:pt>
    <dgm:pt modelId="{D87E956D-0547-4128-AFF1-BD73C88E3683}">
      <dgm:prSet phldr="0" custT="1"/>
      <dgm:spPr>
        <a:xfrm>
          <a:off x="2310538" y="1740552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IO Processing</a:t>
          </a:r>
        </a:p>
      </dgm:t>
    </dgm:pt>
    <dgm:pt modelId="{96DF1B58-6C96-457F-B9C5-CA7F883CA9C3}" type="parTrans" cxnId="{FD72C1D1-27C7-4EAF-A494-D73D5EB0BEFF}">
      <dgm:prSet/>
      <dgm:spPr>
        <a:xfrm>
          <a:off x="2188033" y="1569044"/>
          <a:ext cx="122505" cy="375682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zh-CN" altLang="en-US"/>
        </a:p>
      </dgm:t>
    </dgm:pt>
    <dgm:pt modelId="{B3B0C96C-471B-4169-AD62-020428869CE6}" type="sibTrans" cxnId="{FD72C1D1-27C7-4EAF-A494-D73D5EB0BEFF}">
      <dgm:prSet/>
      <dgm:spPr/>
      <dgm:t>
        <a:bodyPr/>
        <a:lstStyle/>
        <a:p>
          <a:endParaRPr lang="zh-CN" altLang="en-US"/>
        </a:p>
      </dgm:t>
    </dgm:pt>
    <dgm:pt modelId="{C4CA07C3-E713-4CD5-8BC0-C3536C8A44AA}">
      <dgm:prSet phldr="0" custT="1"/>
      <dgm:spPr>
        <a:xfrm>
          <a:off x="3094570" y="1160694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VHDL</a:t>
          </a:r>
        </a:p>
      </dgm:t>
    </dgm:pt>
    <dgm:pt modelId="{2EF0AAD6-7F59-4A6B-A71D-0B0DF363F5B2}" type="parTrans" cxnId="{371C5A98-5916-48DA-8EBC-F70B9D64843C}">
      <dgm:prSet/>
      <dgm:spPr>
        <a:xfrm>
          <a:off x="3008817" y="989187"/>
          <a:ext cx="494103" cy="171507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zh-CN" altLang="en-US"/>
        </a:p>
      </dgm:t>
    </dgm:pt>
    <dgm:pt modelId="{E6A619D5-1A07-4FD0-B648-B441F5CE4731}" type="sibTrans" cxnId="{371C5A98-5916-48DA-8EBC-F70B9D64843C}">
      <dgm:prSet/>
      <dgm:spPr/>
      <dgm:t>
        <a:bodyPr/>
        <a:lstStyle/>
        <a:p>
          <a:endParaRPr lang="zh-CN" altLang="en-US"/>
        </a:p>
      </dgm:t>
    </dgm:pt>
    <dgm:pt modelId="{D69A1BCA-7F2E-4B66-AD87-7F8F5F0E7127}">
      <dgm:prSet phldr="0" custT="1"/>
      <dgm:spPr>
        <a:xfrm>
          <a:off x="3298745" y="1740552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Peak detecting</a:t>
          </a:r>
        </a:p>
      </dgm:t>
    </dgm:pt>
    <dgm:pt modelId="{829EEEF6-E0FC-4E2A-B21E-EE176E5A1308}" type="parTrans" cxnId="{B130A156-E2A7-4B36-9A4D-CF13A67D9BA1}">
      <dgm:prSet/>
      <dgm:spPr>
        <a:xfrm>
          <a:off x="3176240" y="1569044"/>
          <a:ext cx="122505" cy="375682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zh-CN" altLang="en-US"/>
        </a:p>
      </dgm:t>
    </dgm:pt>
    <dgm:pt modelId="{438237A3-3033-4761-A96A-C29437511893}" type="sibTrans" cxnId="{B130A156-E2A7-4B36-9A4D-CF13A67D9BA1}">
      <dgm:prSet/>
      <dgm:spPr/>
      <dgm:t>
        <a:bodyPr/>
        <a:lstStyle/>
        <a:p>
          <a:endParaRPr lang="zh-CN" altLang="en-US"/>
        </a:p>
      </dgm:t>
    </dgm:pt>
    <dgm:pt modelId="{EC5B6BA5-8B27-48D1-BC34-DC94FCB181D7}">
      <dgm:prSet phldr="0" custT="1"/>
      <dgm:spPr>
        <a:xfrm>
          <a:off x="6263368" y="1160694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Report</a:t>
          </a:r>
        </a:p>
      </dgm:t>
    </dgm:pt>
    <dgm:pt modelId="{CF9B5626-7FB7-4F12-A803-E460767C759A}" type="parTrans" cxnId="{A2DD6A17-2455-44AA-B10E-2857F1692880}">
      <dgm:prSet/>
      <dgm:spPr>
        <a:xfrm>
          <a:off x="6671719" y="989187"/>
          <a:ext cx="494103" cy="171507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zh-CN" altLang="en-US"/>
        </a:p>
      </dgm:t>
    </dgm:pt>
    <dgm:pt modelId="{87667234-7A9B-46BC-8C96-00011C04A33C}" type="sibTrans" cxnId="{A2DD6A17-2455-44AA-B10E-2857F1692880}">
      <dgm:prSet/>
      <dgm:spPr/>
      <dgm:t>
        <a:bodyPr/>
        <a:lstStyle/>
        <a:p>
          <a:endParaRPr lang="zh-CN" altLang="en-US"/>
        </a:p>
      </dgm:t>
    </dgm:pt>
    <dgm:pt modelId="{0ACAFAE2-734D-4E92-8B74-50F530A39721}">
      <dgm:prSet phldr="0" custT="1"/>
      <dgm:spPr>
        <a:xfrm>
          <a:off x="7251576" y="1160694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Video</a:t>
          </a:r>
        </a:p>
      </dgm:t>
    </dgm:pt>
    <dgm:pt modelId="{57E80165-04C5-4256-8733-48B3E2C07CCD}" type="parTrans" cxnId="{2CCBDF76-BE04-4ED9-BBA9-B83BE4A91E9E}">
      <dgm:prSet/>
      <dgm:spPr>
        <a:xfrm>
          <a:off x="7165823" y="989187"/>
          <a:ext cx="494103" cy="171507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zh-CN" altLang="en-US"/>
        </a:p>
      </dgm:t>
    </dgm:pt>
    <dgm:pt modelId="{FBC27EE3-E2ED-4AE4-ADF7-39D552873CFB}" type="sibTrans" cxnId="{2CCBDF76-BE04-4ED9-BBA9-B83BE4A91E9E}">
      <dgm:prSet/>
      <dgm:spPr/>
      <dgm:t>
        <a:bodyPr/>
        <a:lstStyle/>
        <a:p>
          <a:endParaRPr lang="zh-CN" altLang="en-US"/>
        </a:p>
      </dgm:t>
    </dgm:pt>
    <dgm:pt modelId="{4935635D-6290-E342-AC42-7EB96C103085}">
      <dgm:prSet custT="1"/>
      <dgm:spPr>
        <a:xfrm>
          <a:off x="4082778" y="580837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Simulate</a:t>
          </a:r>
        </a:p>
      </dgm:t>
    </dgm:pt>
    <dgm:pt modelId="{D90D2432-F9DF-F94C-AB99-D88B6AB1D78A}" type="parTrans" cxnId="{2E73AEA3-15B8-BB46-B576-77B801F6BBF1}">
      <dgm:prSet/>
      <dgm:spPr>
        <a:xfrm>
          <a:off x="4099112" y="409330"/>
          <a:ext cx="392016" cy="171507"/>
        </a:xfrm>
        <a:noFill/>
        <a:ln w="12700" cap="flat" cmpd="sng" algn="ctr">
          <a:solidFill>
            <a:sysClr val="windowText" lastClr="000000">
              <a:shade val="6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en-GB"/>
        </a:p>
      </dgm:t>
    </dgm:pt>
    <dgm:pt modelId="{0414414C-D387-4040-A4E7-96E9D721ECA7}" type="sibTrans" cxnId="{2E73AEA3-15B8-BB46-B576-77B801F6BBF1}">
      <dgm:prSet/>
      <dgm:spPr/>
      <dgm:t>
        <a:bodyPr/>
        <a:lstStyle/>
        <a:p>
          <a:endParaRPr lang="en-GB"/>
        </a:p>
      </dgm:t>
    </dgm:pt>
    <dgm:pt modelId="{EE621C62-7830-CD42-8DD0-59B3980C63A7}">
      <dgm:prSet custT="1"/>
      <dgm:spPr>
        <a:xfrm>
          <a:off x="5070986" y="580837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Test on board</a:t>
          </a:r>
        </a:p>
      </dgm:t>
    </dgm:pt>
    <dgm:pt modelId="{0D0B9606-216B-5446-AE86-D2987E861FB7}" type="parTrans" cxnId="{805CC498-4A9F-9648-9CFB-66DD0AD7BD87}">
      <dgm:prSet/>
      <dgm:spPr>
        <a:xfrm>
          <a:off x="4099112" y="409330"/>
          <a:ext cx="1380223" cy="171507"/>
        </a:xfrm>
        <a:noFill/>
        <a:ln w="12700" cap="flat" cmpd="sng" algn="ctr">
          <a:solidFill>
            <a:sysClr val="windowText" lastClr="000000">
              <a:shade val="6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en-GB"/>
        </a:p>
      </dgm:t>
    </dgm:pt>
    <dgm:pt modelId="{386DD2F6-F550-074C-87FF-D10AB0ACCB06}" type="sibTrans" cxnId="{805CC498-4A9F-9648-9CFB-66DD0AD7BD87}">
      <dgm:prSet/>
      <dgm:spPr/>
      <dgm:t>
        <a:bodyPr/>
        <a:lstStyle/>
        <a:p>
          <a:endParaRPr lang="en-GB"/>
        </a:p>
      </dgm:t>
    </dgm:pt>
    <dgm:pt modelId="{4C2E48C8-806B-564D-AAE0-13CE2843B399}">
      <dgm:prSet custT="1"/>
      <dgm:spPr>
        <a:xfrm>
          <a:off x="4286953" y="1160694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Standalone</a:t>
          </a:r>
        </a:p>
      </dgm:t>
    </dgm:pt>
    <dgm:pt modelId="{76465EB5-71E2-2E48-B345-3D15874D6857}" type="parTrans" cxnId="{591EB241-48C7-F14E-B197-B275CF63D13B}">
      <dgm:prSet/>
      <dgm:spPr>
        <a:xfrm>
          <a:off x="4164448" y="989187"/>
          <a:ext cx="122505" cy="375682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en-GB"/>
        </a:p>
      </dgm:t>
    </dgm:pt>
    <dgm:pt modelId="{ABDE7D2B-FBAC-0748-9B98-21B3F38281FF}" type="sibTrans" cxnId="{591EB241-48C7-F14E-B197-B275CF63D13B}">
      <dgm:prSet/>
      <dgm:spPr/>
      <dgm:t>
        <a:bodyPr/>
        <a:lstStyle/>
        <a:p>
          <a:endParaRPr lang="en-GB"/>
        </a:p>
      </dgm:t>
    </dgm:pt>
    <dgm:pt modelId="{1E4A938C-2DB0-2748-9958-FD6F547A29A9}">
      <dgm:prSet custT="1"/>
      <dgm:spPr>
        <a:xfrm>
          <a:off x="4286953" y="1740552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Standalone</a:t>
          </a:r>
        </a:p>
      </dgm:t>
    </dgm:pt>
    <dgm:pt modelId="{E6A8756B-2033-414F-A46C-D2A5DE2D46EF}" type="parTrans" cxnId="{6FA2A755-6AF7-2E49-AAA3-572154F5679E}">
      <dgm:prSet/>
      <dgm:spPr>
        <a:xfrm>
          <a:off x="4164448" y="989187"/>
          <a:ext cx="122505" cy="955539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en-GB"/>
        </a:p>
      </dgm:t>
    </dgm:pt>
    <dgm:pt modelId="{03728E2D-501E-674E-99C8-2C6475C35BBB}" type="sibTrans" cxnId="{6FA2A755-6AF7-2E49-AAA3-572154F5679E}">
      <dgm:prSet/>
      <dgm:spPr/>
      <dgm:t>
        <a:bodyPr/>
        <a:lstStyle/>
        <a:p>
          <a:endParaRPr lang="en-GB"/>
        </a:p>
      </dgm:t>
    </dgm:pt>
    <dgm:pt modelId="{ACF22522-8B95-3F4E-B3A3-B0A2ED259E5D}">
      <dgm:prSet custT="1"/>
      <dgm:spPr>
        <a:xfrm>
          <a:off x="5275161" y="1160694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+ supplied DP</a:t>
          </a:r>
        </a:p>
      </dgm:t>
    </dgm:pt>
    <dgm:pt modelId="{AC37794C-610F-1A4D-BB98-30D8E24CF56C}" type="parTrans" cxnId="{29567830-B4B1-1A4D-B68C-CDCB8E3F4A5D}">
      <dgm:prSet/>
      <dgm:spPr>
        <a:xfrm>
          <a:off x="5152656" y="989187"/>
          <a:ext cx="122505" cy="375682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en-GB"/>
        </a:p>
      </dgm:t>
    </dgm:pt>
    <dgm:pt modelId="{EFFE04D7-EE8D-DF4D-81BD-F47212EA9A24}" type="sibTrans" cxnId="{29567830-B4B1-1A4D-B68C-CDCB8E3F4A5D}">
      <dgm:prSet/>
      <dgm:spPr/>
      <dgm:t>
        <a:bodyPr/>
        <a:lstStyle/>
        <a:p>
          <a:endParaRPr lang="en-GB"/>
        </a:p>
      </dgm:t>
    </dgm:pt>
    <dgm:pt modelId="{497C3AA2-0F19-BA44-A374-896537004B60}">
      <dgm:prSet custT="1"/>
      <dgm:spPr>
        <a:xfrm>
          <a:off x="5275161" y="1740552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+ supplied CP</a:t>
          </a:r>
        </a:p>
      </dgm:t>
    </dgm:pt>
    <dgm:pt modelId="{2615615F-FA80-544D-9585-1FAD772D2F99}" type="parTrans" cxnId="{E03FD783-1B40-7D4E-BA57-2BC27C878B4F}">
      <dgm:prSet/>
      <dgm:spPr>
        <a:xfrm>
          <a:off x="5152656" y="989187"/>
          <a:ext cx="122505" cy="955539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en-GB"/>
        </a:p>
      </dgm:t>
    </dgm:pt>
    <dgm:pt modelId="{076B85A1-C062-5B4C-90C7-CB4232304896}" type="sibTrans" cxnId="{E03FD783-1B40-7D4E-BA57-2BC27C878B4F}">
      <dgm:prSet/>
      <dgm:spPr/>
      <dgm:t>
        <a:bodyPr/>
        <a:lstStyle/>
        <a:p>
          <a:endParaRPr lang="en-GB"/>
        </a:p>
      </dgm:t>
    </dgm:pt>
    <dgm:pt modelId="{2B44075C-9869-9649-895C-4FEB676067CB}">
      <dgm:prSet custT="1"/>
      <dgm:spPr>
        <a:xfrm>
          <a:off x="5275161" y="2320409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DP&amp;CP integration</a:t>
          </a:r>
        </a:p>
      </dgm:t>
    </dgm:pt>
    <dgm:pt modelId="{6B13E22C-FE01-0F42-BEA0-F38BD1D3F2D3}" type="parTrans" cxnId="{0E4545B8-B905-644C-A6FC-CF17C5A3694F}">
      <dgm:prSet/>
      <dgm:spPr>
        <a:xfrm>
          <a:off x="5152656" y="989187"/>
          <a:ext cx="122505" cy="1535397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en-GB"/>
        </a:p>
      </dgm:t>
    </dgm:pt>
    <dgm:pt modelId="{4F20F63F-B9BA-D942-A133-6F6A3778D9F8}" type="sibTrans" cxnId="{0E4545B8-B905-644C-A6FC-CF17C5A3694F}">
      <dgm:prSet/>
      <dgm:spPr/>
      <dgm:t>
        <a:bodyPr/>
        <a:lstStyle/>
        <a:p>
          <a:endParaRPr lang="en-GB"/>
        </a:p>
      </dgm:t>
    </dgm:pt>
    <dgm:pt modelId="{F43D0201-B687-FF43-A49A-67C37EC0DF60}">
      <dgm:prSet phldr="0" custT="1"/>
      <dgm:spPr>
        <a:xfrm>
          <a:off x="6467544" y="1740552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Outline</a:t>
          </a:r>
        </a:p>
      </dgm:t>
    </dgm:pt>
    <dgm:pt modelId="{BF246693-B9E2-4B4A-9994-BCE2199A2171}" type="parTrans" cxnId="{C50C4EDC-29E8-5D44-8515-576E934A3D63}">
      <dgm:prSet/>
      <dgm:spPr>
        <a:xfrm>
          <a:off x="6345038" y="1569044"/>
          <a:ext cx="122505" cy="375682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en-GB"/>
        </a:p>
      </dgm:t>
    </dgm:pt>
    <dgm:pt modelId="{BFDF3B49-372D-864E-9EE0-7D186FF3FF2F}" type="sibTrans" cxnId="{C50C4EDC-29E8-5D44-8515-576E934A3D63}">
      <dgm:prSet/>
      <dgm:spPr/>
      <dgm:t>
        <a:bodyPr/>
        <a:lstStyle/>
        <a:p>
          <a:endParaRPr lang="en-GB"/>
        </a:p>
      </dgm:t>
    </dgm:pt>
    <dgm:pt modelId="{D239731A-BDEE-7F43-96AE-E3549FEE0371}">
      <dgm:prSet phldr="0" custT="1"/>
      <dgm:spPr>
        <a:xfrm>
          <a:off x="6467544" y="2320409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Figures</a:t>
          </a:r>
        </a:p>
      </dgm:t>
    </dgm:pt>
    <dgm:pt modelId="{6F7380B4-8030-6547-B9D5-60D3EF38E7DD}" type="parTrans" cxnId="{E59733F8-FF1F-4C43-B9DF-EB717141DA88}">
      <dgm:prSet/>
      <dgm:spPr>
        <a:xfrm>
          <a:off x="6345038" y="1569044"/>
          <a:ext cx="122505" cy="955539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en-GB"/>
        </a:p>
      </dgm:t>
    </dgm:pt>
    <dgm:pt modelId="{D871FEE3-C444-9F47-9525-851D5B863B1E}" type="sibTrans" cxnId="{E59733F8-FF1F-4C43-B9DF-EB717141DA88}">
      <dgm:prSet/>
      <dgm:spPr/>
      <dgm:t>
        <a:bodyPr/>
        <a:lstStyle/>
        <a:p>
          <a:endParaRPr lang="en-GB"/>
        </a:p>
      </dgm:t>
    </dgm:pt>
    <dgm:pt modelId="{08677EE6-B6BE-984B-BA81-37C0E9EA8C97}">
      <dgm:prSet phldr="0" custT="1"/>
      <dgm:spPr>
        <a:xfrm>
          <a:off x="7455751" y="1740552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Slides</a:t>
          </a:r>
        </a:p>
      </dgm:t>
    </dgm:pt>
    <dgm:pt modelId="{3587EC20-1895-B142-A6FB-6FB76B4849A2}" type="parTrans" cxnId="{375C5BC2-247B-5E4A-A4D1-40F947528387}">
      <dgm:prSet/>
      <dgm:spPr>
        <a:xfrm>
          <a:off x="7333246" y="1569044"/>
          <a:ext cx="122505" cy="375682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en-GB"/>
        </a:p>
      </dgm:t>
    </dgm:pt>
    <dgm:pt modelId="{D3E38798-4C75-D443-8320-CB6F59FF2B86}" type="sibTrans" cxnId="{375C5BC2-247B-5E4A-A4D1-40F947528387}">
      <dgm:prSet/>
      <dgm:spPr/>
      <dgm:t>
        <a:bodyPr/>
        <a:lstStyle/>
        <a:p>
          <a:endParaRPr lang="en-GB"/>
        </a:p>
      </dgm:t>
    </dgm:pt>
    <dgm:pt modelId="{8922629C-2A74-0E42-9F06-5C62E9D0C323}">
      <dgm:prSet phldr="0" custT="1"/>
      <dgm:spPr>
        <a:xfrm>
          <a:off x="7455751" y="2320409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Script</a:t>
          </a:r>
        </a:p>
      </dgm:t>
    </dgm:pt>
    <dgm:pt modelId="{990910F0-32F2-D04D-A069-4C270329DD8D}" type="parTrans" cxnId="{BA99E86C-5293-3248-A905-10B02FC20EA6}">
      <dgm:prSet/>
      <dgm:spPr>
        <a:xfrm>
          <a:off x="7333246" y="1569044"/>
          <a:ext cx="122505" cy="955539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en-GB"/>
        </a:p>
      </dgm:t>
    </dgm:pt>
    <dgm:pt modelId="{0EBB1C4F-59D4-3442-95DB-5213C0B5500F}" type="sibTrans" cxnId="{BA99E86C-5293-3248-A905-10B02FC20EA6}">
      <dgm:prSet/>
      <dgm:spPr/>
      <dgm:t>
        <a:bodyPr/>
        <a:lstStyle/>
        <a:p>
          <a:endParaRPr lang="en-GB"/>
        </a:p>
      </dgm:t>
    </dgm:pt>
    <dgm:pt modelId="{B9EA2C34-9098-4F48-8E8F-4527425EE39B}">
      <dgm:prSet phldr="0" custT="1"/>
      <dgm:spPr>
        <a:xfrm>
          <a:off x="1322330" y="1740552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 rtl="0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Submodule decomposition</a:t>
          </a:r>
        </a:p>
      </dgm:t>
    </dgm:pt>
    <dgm:pt modelId="{0E9F5A01-C067-3249-B009-5858137D5D51}" type="parTrans" cxnId="{BBEA0841-5FA7-CD46-8444-5C72492EF97D}">
      <dgm:prSet/>
      <dgm:spPr>
        <a:xfrm>
          <a:off x="1199825" y="1569044"/>
          <a:ext cx="122505" cy="375682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en-GB"/>
        </a:p>
      </dgm:t>
    </dgm:pt>
    <dgm:pt modelId="{E05EBD69-8FCB-9E41-832F-EF3113C0F476}" type="sibTrans" cxnId="{BBEA0841-5FA7-CD46-8444-5C72492EF97D}">
      <dgm:prSet/>
      <dgm:spPr/>
      <dgm:t>
        <a:bodyPr/>
        <a:lstStyle/>
        <a:p>
          <a:endParaRPr lang="en-GB"/>
        </a:p>
      </dgm:t>
    </dgm:pt>
    <dgm:pt modelId="{E19E024F-CBA0-486F-8154-B476C77F0020}">
      <dgm:prSet phldrT="[文本]" phldr="0" custT="1"/>
      <dgm:spPr>
        <a:xfrm>
          <a:off x="2600466" y="580837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 rtl="0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Register level (RTL)</a:t>
          </a:r>
        </a:p>
      </dgm:t>
    </dgm:pt>
    <dgm:pt modelId="{ADDD845D-4CD4-4B3F-AB2B-4E39F9B0BFA6}" type="sibTrans" cxnId="{DC4D6DA3-FB3D-4A9F-B195-F023A46EBCFF}">
      <dgm:prSet/>
      <dgm:spPr/>
      <dgm:t>
        <a:bodyPr/>
        <a:lstStyle/>
        <a:p>
          <a:endParaRPr lang="zh-CN" altLang="en-US"/>
        </a:p>
      </dgm:t>
    </dgm:pt>
    <dgm:pt modelId="{2905B16C-77D4-4CB9-8BFC-781286174F38}" type="parTrans" cxnId="{DC4D6DA3-FB3D-4A9F-B195-F023A46EBCFF}">
      <dgm:prSet/>
      <dgm:spPr>
        <a:xfrm>
          <a:off x="3008817" y="409330"/>
          <a:ext cx="1090295" cy="171507"/>
        </a:xfrm>
        <a:noFill/>
        <a:ln w="12700" cap="flat" cmpd="sng" algn="ctr">
          <a:solidFill>
            <a:sysClr val="windowText" lastClr="000000">
              <a:shade val="6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zh-CN" altLang="en-US"/>
        </a:p>
      </dgm:t>
    </dgm:pt>
    <dgm:pt modelId="{BFB3E3CB-6E46-B34C-AF50-4957D7A2EEC2}">
      <dgm:prSet phldr="0" custT="1"/>
      <dgm:spPr>
        <a:xfrm>
          <a:off x="2310538" y="2320409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Pattern Detecting</a:t>
          </a:r>
        </a:p>
      </dgm:t>
    </dgm:pt>
    <dgm:pt modelId="{A275C1EF-E326-DD4B-91D4-C8F9A7FE4F69}" type="parTrans" cxnId="{7AEA2D60-48C5-9646-B1FB-4961E81537B7}">
      <dgm:prSet/>
      <dgm:spPr>
        <a:xfrm>
          <a:off x="2188033" y="1569044"/>
          <a:ext cx="122505" cy="955539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en-GB"/>
        </a:p>
      </dgm:t>
    </dgm:pt>
    <dgm:pt modelId="{C64E5DA0-8935-644B-8A4B-5A3F7AABA65B}" type="sibTrans" cxnId="{7AEA2D60-48C5-9646-B1FB-4961E81537B7}">
      <dgm:prSet/>
      <dgm:spPr/>
      <dgm:t>
        <a:bodyPr/>
        <a:lstStyle/>
        <a:p>
          <a:endParaRPr lang="en-GB"/>
        </a:p>
      </dgm:t>
    </dgm:pt>
    <dgm:pt modelId="{2E370517-0044-0D4D-AC9B-C10E3E893E8C}">
      <dgm:prSet phldr="0" custT="1"/>
      <dgm:spPr>
        <a:xfrm>
          <a:off x="2310538" y="2900266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Controller</a:t>
          </a:r>
        </a:p>
      </dgm:t>
    </dgm:pt>
    <dgm:pt modelId="{4C902AF0-9724-FB43-AF02-83F72AFD77F4}" type="parTrans" cxnId="{EE2C437C-C0C6-0544-A12B-615440639613}">
      <dgm:prSet/>
      <dgm:spPr>
        <a:xfrm>
          <a:off x="2188033" y="1569044"/>
          <a:ext cx="122505" cy="1535397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en-GB"/>
        </a:p>
      </dgm:t>
    </dgm:pt>
    <dgm:pt modelId="{8F7579AB-86A8-874C-B7AE-FD4AEA687FE2}" type="sibTrans" cxnId="{EE2C437C-C0C6-0544-A12B-615440639613}">
      <dgm:prSet/>
      <dgm:spPr/>
      <dgm:t>
        <a:bodyPr/>
        <a:lstStyle/>
        <a:p>
          <a:endParaRPr lang="en-GB"/>
        </a:p>
      </dgm:t>
    </dgm:pt>
    <dgm:pt modelId="{A6A6FE75-E1FF-1B4C-8955-8CBCB4DA373A}">
      <dgm:prSet phldr="0" custT="1"/>
      <dgm:spPr>
        <a:xfrm>
          <a:off x="3298745" y="2320409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Generator Interface</a:t>
          </a:r>
        </a:p>
      </dgm:t>
    </dgm:pt>
    <dgm:pt modelId="{5CC4931B-45BB-D440-9303-76C254DB329E}" type="parTrans" cxnId="{74E7F73A-1EB5-C44B-AC31-7104460021AF}">
      <dgm:prSet/>
      <dgm:spPr>
        <a:xfrm>
          <a:off x="3176240" y="1569044"/>
          <a:ext cx="122505" cy="955539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en-GB"/>
        </a:p>
      </dgm:t>
    </dgm:pt>
    <dgm:pt modelId="{67D61FBD-944C-DA46-931F-31B2A18F7CDE}" type="sibTrans" cxnId="{74E7F73A-1EB5-C44B-AC31-7104460021AF}">
      <dgm:prSet/>
      <dgm:spPr/>
      <dgm:t>
        <a:bodyPr/>
        <a:lstStyle/>
        <a:p>
          <a:endParaRPr lang="en-GB"/>
        </a:p>
      </dgm:t>
    </dgm:pt>
    <dgm:pt modelId="{09B9DFFC-AD60-3044-9FD9-C0659AC59F31}">
      <dgm:prSet phldr="0" custT="1"/>
      <dgm:spPr>
        <a:xfrm>
          <a:off x="3298745" y="2900266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 algn="ctr">
            <a:lnSpc>
              <a:spcPct val="90000"/>
            </a:lnSpc>
            <a:buNone/>
          </a:pPr>
          <a:r>
            <a:rPr lang="en-US" altLang="zh-CN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Interface</a:t>
          </a:r>
        </a:p>
      </dgm:t>
    </dgm:pt>
    <dgm:pt modelId="{5D67576D-0077-174E-8B73-A242ADCA7CCD}" type="parTrans" cxnId="{D3F66412-D7CE-F64A-BAB2-C98A752EF6E7}">
      <dgm:prSet/>
      <dgm:spPr>
        <a:xfrm>
          <a:off x="3176240" y="1569044"/>
          <a:ext cx="122505" cy="1535397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en-GB"/>
        </a:p>
      </dgm:t>
    </dgm:pt>
    <dgm:pt modelId="{52227EAD-EDE2-324F-AB1C-939D36090C4A}" type="sibTrans" cxnId="{D3F66412-D7CE-F64A-BAB2-C98A752EF6E7}">
      <dgm:prSet/>
      <dgm:spPr/>
      <dgm:t>
        <a:bodyPr/>
        <a:lstStyle/>
        <a:p>
          <a:endParaRPr lang="en-GB"/>
        </a:p>
      </dgm:t>
    </dgm:pt>
    <dgm:pt modelId="{E71581E7-1A9A-4849-9E5F-E42921DB1FCF}">
      <dgm:prSet custT="1"/>
      <dgm:spPr>
        <a:xfrm>
          <a:off x="334122" y="2320409"/>
          <a:ext cx="816700" cy="408350"/>
        </a:xfr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gm:spPr>
      <dgm:t>
        <a:bodyPr/>
        <a:lstStyle/>
        <a:p>
          <a:pPr>
            <a:buNone/>
          </a:pPr>
          <a:r>
            <a:rPr lang="en-GB" sz="11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Two-phase handshake</a:t>
          </a:r>
        </a:p>
      </dgm:t>
    </dgm:pt>
    <dgm:pt modelId="{FF552E09-0F44-3441-9339-C8578B42A6A6}" type="parTrans" cxnId="{33C4D9B1-1B19-B947-9FAA-207B0AABC0A7}">
      <dgm:prSet/>
      <dgm:spPr>
        <a:xfrm>
          <a:off x="211617" y="1569044"/>
          <a:ext cx="122505" cy="955539"/>
        </a:xfr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endParaRPr lang="en-GB"/>
        </a:p>
      </dgm:t>
    </dgm:pt>
    <dgm:pt modelId="{25FBF000-B7DF-7841-8D60-D753C528BFDD}" type="sibTrans" cxnId="{33C4D9B1-1B19-B947-9FAA-207B0AABC0A7}">
      <dgm:prSet/>
      <dgm:spPr/>
      <dgm:t>
        <a:bodyPr/>
        <a:lstStyle/>
        <a:p>
          <a:endParaRPr lang="en-GB"/>
        </a:p>
      </dgm:t>
    </dgm:pt>
    <dgm:pt modelId="{CA21D39F-81E9-CD4A-BA42-933F4D8D31DC}" type="pres">
      <dgm:prSet presAssocID="{576060C9-4F9C-4633-A8C3-6F32FC22451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FFE0466-9DCE-EC45-B9F1-A2A9865F367B}" type="pres">
      <dgm:prSet presAssocID="{36E3B70A-2B3C-4CB6-8258-F783A8D947BE}" presName="hierRoot1" presStyleCnt="0">
        <dgm:presLayoutVars>
          <dgm:hierBranch val="init"/>
        </dgm:presLayoutVars>
      </dgm:prSet>
      <dgm:spPr/>
    </dgm:pt>
    <dgm:pt modelId="{143C2542-E98D-4E48-ADF1-002DB19F2FCE}" type="pres">
      <dgm:prSet presAssocID="{36E3B70A-2B3C-4CB6-8258-F783A8D947BE}" presName="rootComposite1" presStyleCnt="0"/>
      <dgm:spPr/>
    </dgm:pt>
    <dgm:pt modelId="{C414645C-3E73-7A4B-BC6A-51482C772C71}" type="pres">
      <dgm:prSet presAssocID="{36E3B70A-2B3C-4CB6-8258-F783A8D947BE}" presName="rootText1" presStyleLbl="node0" presStyleIdx="0" presStyleCnt="1">
        <dgm:presLayoutVars>
          <dgm:chPref val="3"/>
        </dgm:presLayoutVars>
      </dgm:prSet>
      <dgm:spPr/>
    </dgm:pt>
    <dgm:pt modelId="{3FA724CB-FA85-C041-90F6-F21F187D8D25}" type="pres">
      <dgm:prSet presAssocID="{36E3B70A-2B3C-4CB6-8258-F783A8D947BE}" presName="rootConnector1" presStyleLbl="node1" presStyleIdx="0" presStyleCnt="0"/>
      <dgm:spPr/>
    </dgm:pt>
    <dgm:pt modelId="{1A83CBE2-776C-EB46-B248-EA5FE1D758D0}" type="pres">
      <dgm:prSet presAssocID="{36E3B70A-2B3C-4CB6-8258-F783A8D947BE}" presName="hierChild2" presStyleCnt="0"/>
      <dgm:spPr/>
    </dgm:pt>
    <dgm:pt modelId="{E4EB2FF3-B4B7-A642-B1FD-D14ACD61D714}" type="pres">
      <dgm:prSet presAssocID="{47D56DEB-1BD9-431C-A9F1-63D6F6A8099D}" presName="Name37" presStyleLbl="parChTrans1D2" presStyleIdx="0" presStyleCnt="5"/>
      <dgm:spPr/>
    </dgm:pt>
    <dgm:pt modelId="{8211498D-3D97-4C45-9AF5-51EB5FDBD4C5}" type="pres">
      <dgm:prSet presAssocID="{2D501A6C-CB1C-42AF-A2B4-95A7ADFD6EB8}" presName="hierRoot2" presStyleCnt="0">
        <dgm:presLayoutVars>
          <dgm:hierBranch val="init"/>
        </dgm:presLayoutVars>
      </dgm:prSet>
      <dgm:spPr/>
    </dgm:pt>
    <dgm:pt modelId="{9F7D29D4-BE82-EB4C-A7F8-CDB5CC799D8C}" type="pres">
      <dgm:prSet presAssocID="{2D501A6C-CB1C-42AF-A2B4-95A7ADFD6EB8}" presName="rootComposite" presStyleCnt="0"/>
      <dgm:spPr/>
    </dgm:pt>
    <dgm:pt modelId="{A97494B6-4821-FF4E-92C2-60AD730C1C26}" type="pres">
      <dgm:prSet presAssocID="{2D501A6C-CB1C-42AF-A2B4-95A7ADFD6EB8}" presName="rootText" presStyleLbl="node2" presStyleIdx="0" presStyleCnt="5">
        <dgm:presLayoutVars>
          <dgm:chPref val="3"/>
        </dgm:presLayoutVars>
      </dgm:prSet>
      <dgm:spPr/>
    </dgm:pt>
    <dgm:pt modelId="{58640CDA-AF43-9643-87D9-B8106327D19C}" type="pres">
      <dgm:prSet presAssocID="{2D501A6C-CB1C-42AF-A2B4-95A7ADFD6EB8}" presName="rootConnector" presStyleLbl="node2" presStyleIdx="0" presStyleCnt="5"/>
      <dgm:spPr/>
    </dgm:pt>
    <dgm:pt modelId="{C0F0C688-CB09-4444-B3A7-2083CA3905C5}" type="pres">
      <dgm:prSet presAssocID="{2D501A6C-CB1C-42AF-A2B4-95A7ADFD6EB8}" presName="hierChild4" presStyleCnt="0"/>
      <dgm:spPr/>
    </dgm:pt>
    <dgm:pt modelId="{1E2082C0-E954-8C4C-8061-3D385F4D940E}" type="pres">
      <dgm:prSet presAssocID="{1DB38FF9-3325-4F16-A9E6-F84CAFC8FF0F}" presName="Name37" presStyleLbl="parChTrans1D3" presStyleIdx="0" presStyleCnt="11"/>
      <dgm:spPr/>
    </dgm:pt>
    <dgm:pt modelId="{BF0E27FF-34DC-B441-89A2-8EEBA997C0FB}" type="pres">
      <dgm:prSet presAssocID="{5464455F-FE27-4E2B-B770-7475AE342F46}" presName="hierRoot2" presStyleCnt="0">
        <dgm:presLayoutVars>
          <dgm:hierBranch val="init"/>
        </dgm:presLayoutVars>
      </dgm:prSet>
      <dgm:spPr/>
    </dgm:pt>
    <dgm:pt modelId="{1F7A1942-9373-9E44-A6C2-EDA41666387B}" type="pres">
      <dgm:prSet presAssocID="{5464455F-FE27-4E2B-B770-7475AE342F46}" presName="rootComposite" presStyleCnt="0"/>
      <dgm:spPr/>
    </dgm:pt>
    <dgm:pt modelId="{C29CD82A-8216-D444-9304-4DB6E3BCAB62}" type="pres">
      <dgm:prSet presAssocID="{5464455F-FE27-4E2B-B770-7475AE342F46}" presName="rootText" presStyleLbl="node3" presStyleIdx="0" presStyleCnt="11">
        <dgm:presLayoutVars>
          <dgm:chPref val="3"/>
        </dgm:presLayoutVars>
      </dgm:prSet>
      <dgm:spPr/>
    </dgm:pt>
    <dgm:pt modelId="{20E54171-748B-EF44-B5DC-F39B2DEFD887}" type="pres">
      <dgm:prSet presAssocID="{5464455F-FE27-4E2B-B770-7475AE342F46}" presName="rootConnector" presStyleLbl="node3" presStyleIdx="0" presStyleCnt="11"/>
      <dgm:spPr/>
    </dgm:pt>
    <dgm:pt modelId="{E624272A-C27B-DD42-A75C-C404627054E7}" type="pres">
      <dgm:prSet presAssocID="{5464455F-FE27-4E2B-B770-7475AE342F46}" presName="hierChild4" presStyleCnt="0"/>
      <dgm:spPr/>
    </dgm:pt>
    <dgm:pt modelId="{5B8C2CFE-13DC-2944-AEF2-9B52EE3FA9BB}" type="pres">
      <dgm:prSet presAssocID="{9A27FA61-BD83-43D4-A894-AE1B5F6799DC}" presName="Name37" presStyleLbl="parChTrans1D4" presStyleIdx="0" presStyleCnt="14"/>
      <dgm:spPr/>
    </dgm:pt>
    <dgm:pt modelId="{3C35AAFD-009D-B04D-9F9A-FCD4E1253F25}" type="pres">
      <dgm:prSet presAssocID="{944D8054-A2B7-4299-B693-A3F41E66066D}" presName="hierRoot2" presStyleCnt="0">
        <dgm:presLayoutVars>
          <dgm:hierBranch val="init"/>
        </dgm:presLayoutVars>
      </dgm:prSet>
      <dgm:spPr/>
    </dgm:pt>
    <dgm:pt modelId="{7814DB65-1832-3345-AE56-442EA793CB7F}" type="pres">
      <dgm:prSet presAssocID="{944D8054-A2B7-4299-B693-A3F41E66066D}" presName="rootComposite" presStyleCnt="0"/>
      <dgm:spPr/>
    </dgm:pt>
    <dgm:pt modelId="{BF163D8A-D641-6045-9809-AB6076653F0F}" type="pres">
      <dgm:prSet presAssocID="{944D8054-A2B7-4299-B693-A3F41E66066D}" presName="rootText" presStyleLbl="node4" presStyleIdx="0" presStyleCnt="14">
        <dgm:presLayoutVars>
          <dgm:chPref val="3"/>
        </dgm:presLayoutVars>
      </dgm:prSet>
      <dgm:spPr/>
    </dgm:pt>
    <dgm:pt modelId="{4CE1BA71-ECE0-3542-AF17-1398F35B9B6B}" type="pres">
      <dgm:prSet presAssocID="{944D8054-A2B7-4299-B693-A3F41E66066D}" presName="rootConnector" presStyleLbl="node4" presStyleIdx="0" presStyleCnt="14"/>
      <dgm:spPr/>
    </dgm:pt>
    <dgm:pt modelId="{97C5C729-E6F0-6D45-842C-840B5265CD21}" type="pres">
      <dgm:prSet presAssocID="{944D8054-A2B7-4299-B693-A3F41E66066D}" presName="hierChild4" presStyleCnt="0"/>
      <dgm:spPr/>
    </dgm:pt>
    <dgm:pt modelId="{8A76A6AD-58A3-924C-9AAB-86411FD2FF2D}" type="pres">
      <dgm:prSet presAssocID="{944D8054-A2B7-4299-B693-A3F41E66066D}" presName="hierChild5" presStyleCnt="0"/>
      <dgm:spPr/>
    </dgm:pt>
    <dgm:pt modelId="{B3F4AA87-7E40-5945-A252-33702E9DDFEB}" type="pres">
      <dgm:prSet presAssocID="{FF552E09-0F44-3441-9339-C8578B42A6A6}" presName="Name37" presStyleLbl="parChTrans1D4" presStyleIdx="1" presStyleCnt="14"/>
      <dgm:spPr/>
    </dgm:pt>
    <dgm:pt modelId="{310C1502-E72E-1C44-85AE-3EEC9AAB5EC3}" type="pres">
      <dgm:prSet presAssocID="{E71581E7-1A9A-4849-9E5F-E42921DB1FCF}" presName="hierRoot2" presStyleCnt="0">
        <dgm:presLayoutVars>
          <dgm:hierBranch val="init"/>
        </dgm:presLayoutVars>
      </dgm:prSet>
      <dgm:spPr/>
    </dgm:pt>
    <dgm:pt modelId="{41873812-DD37-B946-98FA-79ED26190522}" type="pres">
      <dgm:prSet presAssocID="{E71581E7-1A9A-4849-9E5F-E42921DB1FCF}" presName="rootComposite" presStyleCnt="0"/>
      <dgm:spPr/>
    </dgm:pt>
    <dgm:pt modelId="{F6A5074C-1B89-E441-80A3-FBCD880CD4D2}" type="pres">
      <dgm:prSet presAssocID="{E71581E7-1A9A-4849-9E5F-E42921DB1FCF}" presName="rootText" presStyleLbl="node4" presStyleIdx="1" presStyleCnt="14">
        <dgm:presLayoutVars>
          <dgm:chPref val="3"/>
        </dgm:presLayoutVars>
      </dgm:prSet>
      <dgm:spPr/>
    </dgm:pt>
    <dgm:pt modelId="{DC33316D-C8A8-B844-96D5-0145EAEDB878}" type="pres">
      <dgm:prSet presAssocID="{E71581E7-1A9A-4849-9E5F-E42921DB1FCF}" presName="rootConnector" presStyleLbl="node4" presStyleIdx="1" presStyleCnt="14"/>
      <dgm:spPr/>
    </dgm:pt>
    <dgm:pt modelId="{35768C38-5BCD-0745-86E3-0568A7DD6591}" type="pres">
      <dgm:prSet presAssocID="{E71581E7-1A9A-4849-9E5F-E42921DB1FCF}" presName="hierChild4" presStyleCnt="0"/>
      <dgm:spPr/>
    </dgm:pt>
    <dgm:pt modelId="{EAA88457-10AF-A544-A97A-BDF16632D8BC}" type="pres">
      <dgm:prSet presAssocID="{E71581E7-1A9A-4849-9E5F-E42921DB1FCF}" presName="hierChild5" presStyleCnt="0"/>
      <dgm:spPr/>
    </dgm:pt>
    <dgm:pt modelId="{F28B9094-499D-F242-8B08-6FAE0459D6A4}" type="pres">
      <dgm:prSet presAssocID="{5464455F-FE27-4E2B-B770-7475AE342F46}" presName="hierChild5" presStyleCnt="0"/>
      <dgm:spPr/>
    </dgm:pt>
    <dgm:pt modelId="{6FE452BB-E1EC-A948-9233-57015D6AA7C6}" type="pres">
      <dgm:prSet presAssocID="{ED448E46-0EEB-443E-8BA7-D1038693D95C}" presName="Name37" presStyleLbl="parChTrans1D3" presStyleIdx="1" presStyleCnt="11"/>
      <dgm:spPr/>
    </dgm:pt>
    <dgm:pt modelId="{C602B8F8-F5A2-4C40-B98F-C443D8689218}" type="pres">
      <dgm:prSet presAssocID="{62693056-0B0D-4626-992C-051F2E792B18}" presName="hierRoot2" presStyleCnt="0">
        <dgm:presLayoutVars>
          <dgm:hierBranch val="init"/>
        </dgm:presLayoutVars>
      </dgm:prSet>
      <dgm:spPr/>
    </dgm:pt>
    <dgm:pt modelId="{557CC9F5-CB3D-3844-A94C-845F0AA103BE}" type="pres">
      <dgm:prSet presAssocID="{62693056-0B0D-4626-992C-051F2E792B18}" presName="rootComposite" presStyleCnt="0"/>
      <dgm:spPr/>
    </dgm:pt>
    <dgm:pt modelId="{DD39B391-CCCA-A744-8060-266E0D895F78}" type="pres">
      <dgm:prSet presAssocID="{62693056-0B0D-4626-992C-051F2E792B18}" presName="rootText" presStyleLbl="node3" presStyleIdx="1" presStyleCnt="11">
        <dgm:presLayoutVars>
          <dgm:chPref val="3"/>
        </dgm:presLayoutVars>
      </dgm:prSet>
      <dgm:spPr/>
    </dgm:pt>
    <dgm:pt modelId="{7E35BEC2-BC72-F246-9F00-4783AA875718}" type="pres">
      <dgm:prSet presAssocID="{62693056-0B0D-4626-992C-051F2E792B18}" presName="rootConnector" presStyleLbl="node3" presStyleIdx="1" presStyleCnt="11"/>
      <dgm:spPr/>
    </dgm:pt>
    <dgm:pt modelId="{39DCA903-E921-B648-AD65-F7C2C715A7DF}" type="pres">
      <dgm:prSet presAssocID="{62693056-0B0D-4626-992C-051F2E792B18}" presName="hierChild4" presStyleCnt="0"/>
      <dgm:spPr/>
    </dgm:pt>
    <dgm:pt modelId="{4CFAFFB7-EEDF-884F-9B5C-55EEABA6D13F}" type="pres">
      <dgm:prSet presAssocID="{0E9F5A01-C067-3249-B009-5858137D5D51}" presName="Name37" presStyleLbl="parChTrans1D4" presStyleIdx="2" presStyleCnt="14"/>
      <dgm:spPr/>
    </dgm:pt>
    <dgm:pt modelId="{E50C9EDB-3F93-9447-89E0-085C4A7398B5}" type="pres">
      <dgm:prSet presAssocID="{B9EA2C34-9098-4F48-8E8F-4527425EE39B}" presName="hierRoot2" presStyleCnt="0">
        <dgm:presLayoutVars>
          <dgm:hierBranch val="init"/>
        </dgm:presLayoutVars>
      </dgm:prSet>
      <dgm:spPr/>
    </dgm:pt>
    <dgm:pt modelId="{E593B815-FAE6-E149-886B-2370061D4949}" type="pres">
      <dgm:prSet presAssocID="{B9EA2C34-9098-4F48-8E8F-4527425EE39B}" presName="rootComposite" presStyleCnt="0"/>
      <dgm:spPr/>
    </dgm:pt>
    <dgm:pt modelId="{2578F779-FAB5-8B44-93D9-C6AC16408740}" type="pres">
      <dgm:prSet presAssocID="{B9EA2C34-9098-4F48-8E8F-4527425EE39B}" presName="rootText" presStyleLbl="node4" presStyleIdx="2" presStyleCnt="14">
        <dgm:presLayoutVars>
          <dgm:chPref val="3"/>
        </dgm:presLayoutVars>
      </dgm:prSet>
      <dgm:spPr/>
    </dgm:pt>
    <dgm:pt modelId="{8EE66F77-54DE-F54B-A1C2-DA490E90DD65}" type="pres">
      <dgm:prSet presAssocID="{B9EA2C34-9098-4F48-8E8F-4527425EE39B}" presName="rootConnector" presStyleLbl="node4" presStyleIdx="2" presStyleCnt="14"/>
      <dgm:spPr/>
    </dgm:pt>
    <dgm:pt modelId="{259FE035-6976-8241-9C4A-3661B0A58E1F}" type="pres">
      <dgm:prSet presAssocID="{B9EA2C34-9098-4F48-8E8F-4527425EE39B}" presName="hierChild4" presStyleCnt="0"/>
      <dgm:spPr/>
    </dgm:pt>
    <dgm:pt modelId="{E5EA282D-AF46-D640-9D6C-5B3776B3C733}" type="pres">
      <dgm:prSet presAssocID="{B9EA2C34-9098-4F48-8E8F-4527425EE39B}" presName="hierChild5" presStyleCnt="0"/>
      <dgm:spPr/>
    </dgm:pt>
    <dgm:pt modelId="{70BEA50B-A258-1C43-8815-E64EB0D06074}" type="pres">
      <dgm:prSet presAssocID="{BFB00E75-F2D1-4CB4-B8D1-919071F74C94}" presName="Name37" presStyleLbl="parChTrans1D4" presStyleIdx="3" presStyleCnt="14"/>
      <dgm:spPr/>
    </dgm:pt>
    <dgm:pt modelId="{E9C0B10B-F876-BB49-B473-05DCFAB6408E}" type="pres">
      <dgm:prSet presAssocID="{A211AE1B-2D58-430E-81A9-7470B99FFD08}" presName="hierRoot2" presStyleCnt="0">
        <dgm:presLayoutVars>
          <dgm:hierBranch val="init"/>
        </dgm:presLayoutVars>
      </dgm:prSet>
      <dgm:spPr/>
    </dgm:pt>
    <dgm:pt modelId="{416910F4-B4D9-2446-ADA6-79012908E498}" type="pres">
      <dgm:prSet presAssocID="{A211AE1B-2D58-430E-81A9-7470B99FFD08}" presName="rootComposite" presStyleCnt="0"/>
      <dgm:spPr/>
    </dgm:pt>
    <dgm:pt modelId="{A7470FA1-9AA6-7E43-9115-36CAF99B2821}" type="pres">
      <dgm:prSet presAssocID="{A211AE1B-2D58-430E-81A9-7470B99FFD08}" presName="rootText" presStyleLbl="node4" presStyleIdx="3" presStyleCnt="14">
        <dgm:presLayoutVars>
          <dgm:chPref val="3"/>
        </dgm:presLayoutVars>
      </dgm:prSet>
      <dgm:spPr/>
    </dgm:pt>
    <dgm:pt modelId="{A92EA732-BA46-CF4F-BAF8-0C6E174FAF2B}" type="pres">
      <dgm:prSet presAssocID="{A211AE1B-2D58-430E-81A9-7470B99FFD08}" presName="rootConnector" presStyleLbl="node4" presStyleIdx="3" presStyleCnt="14"/>
      <dgm:spPr/>
    </dgm:pt>
    <dgm:pt modelId="{CDC117EB-18B0-114D-9ACA-EAE5551ACC57}" type="pres">
      <dgm:prSet presAssocID="{A211AE1B-2D58-430E-81A9-7470B99FFD08}" presName="hierChild4" presStyleCnt="0"/>
      <dgm:spPr/>
    </dgm:pt>
    <dgm:pt modelId="{1796ABF5-C583-5749-AF3D-9EE0978523FC}" type="pres">
      <dgm:prSet presAssocID="{A211AE1B-2D58-430E-81A9-7470B99FFD08}" presName="hierChild5" presStyleCnt="0"/>
      <dgm:spPr/>
    </dgm:pt>
    <dgm:pt modelId="{16EE844A-5F02-7A4D-9F5A-7B2A86AC87A3}" type="pres">
      <dgm:prSet presAssocID="{62693056-0B0D-4626-992C-051F2E792B18}" presName="hierChild5" presStyleCnt="0"/>
      <dgm:spPr/>
    </dgm:pt>
    <dgm:pt modelId="{6DD25506-8F3A-2C4C-A1A8-D9DD7FA82C07}" type="pres">
      <dgm:prSet presAssocID="{2D501A6C-CB1C-42AF-A2B4-95A7ADFD6EB8}" presName="hierChild5" presStyleCnt="0"/>
      <dgm:spPr/>
    </dgm:pt>
    <dgm:pt modelId="{90325F74-CE22-F040-BE81-13FBEFCEA26C}" type="pres">
      <dgm:prSet presAssocID="{2905B16C-77D4-4CB9-8BFC-781286174F38}" presName="Name37" presStyleLbl="parChTrans1D2" presStyleIdx="1" presStyleCnt="5"/>
      <dgm:spPr/>
    </dgm:pt>
    <dgm:pt modelId="{80446F9E-5F8B-0044-A197-CEAC84DA4D49}" type="pres">
      <dgm:prSet presAssocID="{E19E024F-CBA0-486F-8154-B476C77F0020}" presName="hierRoot2" presStyleCnt="0">
        <dgm:presLayoutVars>
          <dgm:hierBranch val="init"/>
        </dgm:presLayoutVars>
      </dgm:prSet>
      <dgm:spPr/>
    </dgm:pt>
    <dgm:pt modelId="{0EFA4385-89E7-9140-984A-C1AB3DAC488C}" type="pres">
      <dgm:prSet presAssocID="{E19E024F-CBA0-486F-8154-B476C77F0020}" presName="rootComposite" presStyleCnt="0"/>
      <dgm:spPr/>
    </dgm:pt>
    <dgm:pt modelId="{7671E05A-E47B-A64E-9F5C-47A48BE7CB51}" type="pres">
      <dgm:prSet presAssocID="{E19E024F-CBA0-486F-8154-B476C77F0020}" presName="rootText" presStyleLbl="node2" presStyleIdx="1" presStyleCnt="5">
        <dgm:presLayoutVars>
          <dgm:chPref val="3"/>
        </dgm:presLayoutVars>
      </dgm:prSet>
      <dgm:spPr/>
    </dgm:pt>
    <dgm:pt modelId="{C04AD1CE-ABDF-4048-B34D-83517B71971E}" type="pres">
      <dgm:prSet presAssocID="{E19E024F-CBA0-486F-8154-B476C77F0020}" presName="rootConnector" presStyleLbl="node2" presStyleIdx="1" presStyleCnt="5"/>
      <dgm:spPr/>
    </dgm:pt>
    <dgm:pt modelId="{A889C0F2-86C5-764E-975D-EB35F9F43569}" type="pres">
      <dgm:prSet presAssocID="{E19E024F-CBA0-486F-8154-B476C77F0020}" presName="hierChild4" presStyleCnt="0"/>
      <dgm:spPr/>
    </dgm:pt>
    <dgm:pt modelId="{DD583E7B-04F5-7C42-A46D-2B13A374699C}" type="pres">
      <dgm:prSet presAssocID="{5942B258-29FD-4AB2-923C-2F985D439EC7}" presName="Name37" presStyleLbl="parChTrans1D3" presStyleIdx="2" presStyleCnt="11"/>
      <dgm:spPr/>
    </dgm:pt>
    <dgm:pt modelId="{E89A6817-34FE-9B4A-BE0A-E40210F88314}" type="pres">
      <dgm:prSet presAssocID="{009318C8-8591-4C1B-891A-490442B47FAF}" presName="hierRoot2" presStyleCnt="0">
        <dgm:presLayoutVars>
          <dgm:hierBranch val="init"/>
        </dgm:presLayoutVars>
      </dgm:prSet>
      <dgm:spPr/>
    </dgm:pt>
    <dgm:pt modelId="{31224ECA-C5E2-054E-88B9-57B57113805D}" type="pres">
      <dgm:prSet presAssocID="{009318C8-8591-4C1B-891A-490442B47FAF}" presName="rootComposite" presStyleCnt="0"/>
      <dgm:spPr/>
    </dgm:pt>
    <dgm:pt modelId="{B5513DCF-A491-F849-84F2-A949891208AE}" type="pres">
      <dgm:prSet presAssocID="{009318C8-8591-4C1B-891A-490442B47FAF}" presName="rootText" presStyleLbl="node3" presStyleIdx="2" presStyleCnt="11">
        <dgm:presLayoutVars>
          <dgm:chPref val="3"/>
        </dgm:presLayoutVars>
      </dgm:prSet>
      <dgm:spPr/>
    </dgm:pt>
    <dgm:pt modelId="{D459F244-9349-2248-AFF9-3E2DD2892726}" type="pres">
      <dgm:prSet presAssocID="{009318C8-8591-4C1B-891A-490442B47FAF}" presName="rootConnector" presStyleLbl="node3" presStyleIdx="2" presStyleCnt="11"/>
      <dgm:spPr/>
    </dgm:pt>
    <dgm:pt modelId="{AA4630FB-D9F9-5A49-B042-C503948B7F2F}" type="pres">
      <dgm:prSet presAssocID="{009318C8-8591-4C1B-891A-490442B47FAF}" presName="hierChild4" presStyleCnt="0"/>
      <dgm:spPr/>
    </dgm:pt>
    <dgm:pt modelId="{EB04EAA1-0A96-094C-BDE3-5DFF746E982A}" type="pres">
      <dgm:prSet presAssocID="{96DF1B58-6C96-457F-B9C5-CA7F883CA9C3}" presName="Name37" presStyleLbl="parChTrans1D4" presStyleIdx="4" presStyleCnt="14"/>
      <dgm:spPr/>
    </dgm:pt>
    <dgm:pt modelId="{52FEBDCE-50BD-7346-9479-1BE19B3FA202}" type="pres">
      <dgm:prSet presAssocID="{D87E956D-0547-4128-AFF1-BD73C88E3683}" presName="hierRoot2" presStyleCnt="0">
        <dgm:presLayoutVars>
          <dgm:hierBranch val="init"/>
        </dgm:presLayoutVars>
      </dgm:prSet>
      <dgm:spPr/>
    </dgm:pt>
    <dgm:pt modelId="{DF85B1E2-7E50-824E-BA49-0259B6E5FCD4}" type="pres">
      <dgm:prSet presAssocID="{D87E956D-0547-4128-AFF1-BD73C88E3683}" presName="rootComposite" presStyleCnt="0"/>
      <dgm:spPr/>
    </dgm:pt>
    <dgm:pt modelId="{95ECFE98-01BA-AC4A-BD87-0CBB29B5B7E4}" type="pres">
      <dgm:prSet presAssocID="{D87E956D-0547-4128-AFF1-BD73C88E3683}" presName="rootText" presStyleLbl="node4" presStyleIdx="4" presStyleCnt="14">
        <dgm:presLayoutVars>
          <dgm:chPref val="3"/>
        </dgm:presLayoutVars>
      </dgm:prSet>
      <dgm:spPr/>
    </dgm:pt>
    <dgm:pt modelId="{F5E78424-9B42-4548-9B5D-0BC67FE3C5CC}" type="pres">
      <dgm:prSet presAssocID="{D87E956D-0547-4128-AFF1-BD73C88E3683}" presName="rootConnector" presStyleLbl="node4" presStyleIdx="4" presStyleCnt="14"/>
      <dgm:spPr/>
    </dgm:pt>
    <dgm:pt modelId="{B067765B-42E1-F440-8A16-109A33D0180C}" type="pres">
      <dgm:prSet presAssocID="{D87E956D-0547-4128-AFF1-BD73C88E3683}" presName="hierChild4" presStyleCnt="0"/>
      <dgm:spPr/>
    </dgm:pt>
    <dgm:pt modelId="{819E15B5-34B5-A94B-8A69-8C4869EDFCCB}" type="pres">
      <dgm:prSet presAssocID="{D87E956D-0547-4128-AFF1-BD73C88E3683}" presName="hierChild5" presStyleCnt="0"/>
      <dgm:spPr/>
    </dgm:pt>
    <dgm:pt modelId="{E866C55D-6BC5-1C4A-944B-AF7C3C71002A}" type="pres">
      <dgm:prSet presAssocID="{A275C1EF-E326-DD4B-91D4-C8F9A7FE4F69}" presName="Name37" presStyleLbl="parChTrans1D4" presStyleIdx="5" presStyleCnt="14"/>
      <dgm:spPr/>
    </dgm:pt>
    <dgm:pt modelId="{3341ED32-764A-B849-95E8-D2E6B3688ACF}" type="pres">
      <dgm:prSet presAssocID="{BFB3E3CB-6E46-B34C-AF50-4957D7A2EEC2}" presName="hierRoot2" presStyleCnt="0">
        <dgm:presLayoutVars>
          <dgm:hierBranch val="init"/>
        </dgm:presLayoutVars>
      </dgm:prSet>
      <dgm:spPr/>
    </dgm:pt>
    <dgm:pt modelId="{98DDA560-8A36-BC44-914E-7229CBEBC5F1}" type="pres">
      <dgm:prSet presAssocID="{BFB3E3CB-6E46-B34C-AF50-4957D7A2EEC2}" presName="rootComposite" presStyleCnt="0"/>
      <dgm:spPr/>
    </dgm:pt>
    <dgm:pt modelId="{D2770A83-E9EF-6941-861E-68D3D5F82C8F}" type="pres">
      <dgm:prSet presAssocID="{BFB3E3CB-6E46-B34C-AF50-4957D7A2EEC2}" presName="rootText" presStyleLbl="node4" presStyleIdx="5" presStyleCnt="14">
        <dgm:presLayoutVars>
          <dgm:chPref val="3"/>
        </dgm:presLayoutVars>
      </dgm:prSet>
      <dgm:spPr/>
    </dgm:pt>
    <dgm:pt modelId="{808598FA-2945-914B-9489-5848F78403E8}" type="pres">
      <dgm:prSet presAssocID="{BFB3E3CB-6E46-B34C-AF50-4957D7A2EEC2}" presName="rootConnector" presStyleLbl="node4" presStyleIdx="5" presStyleCnt="14"/>
      <dgm:spPr/>
    </dgm:pt>
    <dgm:pt modelId="{14E3CBAC-05AC-E346-947E-47B0A1342186}" type="pres">
      <dgm:prSet presAssocID="{BFB3E3CB-6E46-B34C-AF50-4957D7A2EEC2}" presName="hierChild4" presStyleCnt="0"/>
      <dgm:spPr/>
    </dgm:pt>
    <dgm:pt modelId="{82569715-0142-A740-B976-2BAB8146B1BA}" type="pres">
      <dgm:prSet presAssocID="{BFB3E3CB-6E46-B34C-AF50-4957D7A2EEC2}" presName="hierChild5" presStyleCnt="0"/>
      <dgm:spPr/>
    </dgm:pt>
    <dgm:pt modelId="{BF88D3DD-7D5C-E84F-B654-755754773DD7}" type="pres">
      <dgm:prSet presAssocID="{4C902AF0-9724-FB43-AF02-83F72AFD77F4}" presName="Name37" presStyleLbl="parChTrans1D4" presStyleIdx="6" presStyleCnt="14"/>
      <dgm:spPr/>
    </dgm:pt>
    <dgm:pt modelId="{E103EAA8-FDEA-6143-8747-D9692376BE8F}" type="pres">
      <dgm:prSet presAssocID="{2E370517-0044-0D4D-AC9B-C10E3E893E8C}" presName="hierRoot2" presStyleCnt="0">
        <dgm:presLayoutVars>
          <dgm:hierBranch val="init"/>
        </dgm:presLayoutVars>
      </dgm:prSet>
      <dgm:spPr/>
    </dgm:pt>
    <dgm:pt modelId="{72DA316F-4919-C242-A580-2799EEFEB168}" type="pres">
      <dgm:prSet presAssocID="{2E370517-0044-0D4D-AC9B-C10E3E893E8C}" presName="rootComposite" presStyleCnt="0"/>
      <dgm:spPr/>
    </dgm:pt>
    <dgm:pt modelId="{301FF272-D30F-1143-BF62-31E16F66A795}" type="pres">
      <dgm:prSet presAssocID="{2E370517-0044-0D4D-AC9B-C10E3E893E8C}" presName="rootText" presStyleLbl="node4" presStyleIdx="6" presStyleCnt="14">
        <dgm:presLayoutVars>
          <dgm:chPref val="3"/>
        </dgm:presLayoutVars>
      </dgm:prSet>
      <dgm:spPr/>
    </dgm:pt>
    <dgm:pt modelId="{748EC40F-A724-274A-A018-22644BEADC92}" type="pres">
      <dgm:prSet presAssocID="{2E370517-0044-0D4D-AC9B-C10E3E893E8C}" presName="rootConnector" presStyleLbl="node4" presStyleIdx="6" presStyleCnt="14"/>
      <dgm:spPr/>
    </dgm:pt>
    <dgm:pt modelId="{F5C9A4BF-33D4-1549-B145-81929064F87D}" type="pres">
      <dgm:prSet presAssocID="{2E370517-0044-0D4D-AC9B-C10E3E893E8C}" presName="hierChild4" presStyleCnt="0"/>
      <dgm:spPr/>
    </dgm:pt>
    <dgm:pt modelId="{559D6150-D09B-ED40-8688-5303542867D1}" type="pres">
      <dgm:prSet presAssocID="{2E370517-0044-0D4D-AC9B-C10E3E893E8C}" presName="hierChild5" presStyleCnt="0"/>
      <dgm:spPr/>
    </dgm:pt>
    <dgm:pt modelId="{D19D1A93-9659-6B48-9B32-8B58E8B97A47}" type="pres">
      <dgm:prSet presAssocID="{009318C8-8591-4C1B-891A-490442B47FAF}" presName="hierChild5" presStyleCnt="0"/>
      <dgm:spPr/>
    </dgm:pt>
    <dgm:pt modelId="{BB6B139C-7F39-2D4E-B049-73CA256D1207}" type="pres">
      <dgm:prSet presAssocID="{2EF0AAD6-7F59-4A6B-A71D-0B0DF363F5B2}" presName="Name37" presStyleLbl="parChTrans1D3" presStyleIdx="3" presStyleCnt="11"/>
      <dgm:spPr/>
    </dgm:pt>
    <dgm:pt modelId="{69F7FEDC-75C6-7D47-899E-8AC89042F043}" type="pres">
      <dgm:prSet presAssocID="{C4CA07C3-E713-4CD5-8BC0-C3536C8A44AA}" presName="hierRoot2" presStyleCnt="0">
        <dgm:presLayoutVars>
          <dgm:hierBranch val="init"/>
        </dgm:presLayoutVars>
      </dgm:prSet>
      <dgm:spPr/>
    </dgm:pt>
    <dgm:pt modelId="{044D09EB-2265-A043-828E-52667FCBA53F}" type="pres">
      <dgm:prSet presAssocID="{C4CA07C3-E713-4CD5-8BC0-C3536C8A44AA}" presName="rootComposite" presStyleCnt="0"/>
      <dgm:spPr/>
    </dgm:pt>
    <dgm:pt modelId="{644DB54E-1A93-004B-989F-DC3BC3F05EEB}" type="pres">
      <dgm:prSet presAssocID="{C4CA07C3-E713-4CD5-8BC0-C3536C8A44AA}" presName="rootText" presStyleLbl="node3" presStyleIdx="3" presStyleCnt="11">
        <dgm:presLayoutVars>
          <dgm:chPref val="3"/>
        </dgm:presLayoutVars>
      </dgm:prSet>
      <dgm:spPr/>
    </dgm:pt>
    <dgm:pt modelId="{FF859F26-98F3-0741-8B45-B6DC698E89AC}" type="pres">
      <dgm:prSet presAssocID="{C4CA07C3-E713-4CD5-8BC0-C3536C8A44AA}" presName="rootConnector" presStyleLbl="node3" presStyleIdx="3" presStyleCnt="11"/>
      <dgm:spPr/>
    </dgm:pt>
    <dgm:pt modelId="{76DCB296-C528-7945-899B-9EC517D6033A}" type="pres">
      <dgm:prSet presAssocID="{C4CA07C3-E713-4CD5-8BC0-C3536C8A44AA}" presName="hierChild4" presStyleCnt="0"/>
      <dgm:spPr/>
    </dgm:pt>
    <dgm:pt modelId="{9AFE8BE3-4FD0-7543-80F7-2CBD6103E4E8}" type="pres">
      <dgm:prSet presAssocID="{829EEEF6-E0FC-4E2A-B21E-EE176E5A1308}" presName="Name37" presStyleLbl="parChTrans1D4" presStyleIdx="7" presStyleCnt="14"/>
      <dgm:spPr/>
    </dgm:pt>
    <dgm:pt modelId="{48EE087F-1029-8441-9BD5-1EADED9F97B5}" type="pres">
      <dgm:prSet presAssocID="{D69A1BCA-7F2E-4B66-AD87-7F8F5F0E7127}" presName="hierRoot2" presStyleCnt="0">
        <dgm:presLayoutVars>
          <dgm:hierBranch val="init"/>
        </dgm:presLayoutVars>
      </dgm:prSet>
      <dgm:spPr/>
    </dgm:pt>
    <dgm:pt modelId="{3FBC803C-19D9-6B44-A980-EDA276F4F994}" type="pres">
      <dgm:prSet presAssocID="{D69A1BCA-7F2E-4B66-AD87-7F8F5F0E7127}" presName="rootComposite" presStyleCnt="0"/>
      <dgm:spPr/>
    </dgm:pt>
    <dgm:pt modelId="{46270345-25BD-8A4C-A0B4-0131E4347E9F}" type="pres">
      <dgm:prSet presAssocID="{D69A1BCA-7F2E-4B66-AD87-7F8F5F0E7127}" presName="rootText" presStyleLbl="node4" presStyleIdx="7" presStyleCnt="14">
        <dgm:presLayoutVars>
          <dgm:chPref val="3"/>
        </dgm:presLayoutVars>
      </dgm:prSet>
      <dgm:spPr/>
    </dgm:pt>
    <dgm:pt modelId="{B6AF241F-FB69-AD4F-AA87-C95CB4C0AD1A}" type="pres">
      <dgm:prSet presAssocID="{D69A1BCA-7F2E-4B66-AD87-7F8F5F0E7127}" presName="rootConnector" presStyleLbl="node4" presStyleIdx="7" presStyleCnt="14"/>
      <dgm:spPr/>
    </dgm:pt>
    <dgm:pt modelId="{69F46091-28E9-EE49-836D-AE2534588E52}" type="pres">
      <dgm:prSet presAssocID="{D69A1BCA-7F2E-4B66-AD87-7F8F5F0E7127}" presName="hierChild4" presStyleCnt="0"/>
      <dgm:spPr/>
    </dgm:pt>
    <dgm:pt modelId="{AB044A3E-C248-3949-BA0F-E077CFA813F0}" type="pres">
      <dgm:prSet presAssocID="{D69A1BCA-7F2E-4B66-AD87-7F8F5F0E7127}" presName="hierChild5" presStyleCnt="0"/>
      <dgm:spPr/>
    </dgm:pt>
    <dgm:pt modelId="{E5AF21C1-5316-E54F-AF31-67E8A7BF5034}" type="pres">
      <dgm:prSet presAssocID="{5CC4931B-45BB-D440-9303-76C254DB329E}" presName="Name37" presStyleLbl="parChTrans1D4" presStyleIdx="8" presStyleCnt="14"/>
      <dgm:spPr/>
    </dgm:pt>
    <dgm:pt modelId="{48DB2F7C-CE83-604A-85B4-CFA4047BCF17}" type="pres">
      <dgm:prSet presAssocID="{A6A6FE75-E1FF-1B4C-8955-8CBCB4DA373A}" presName="hierRoot2" presStyleCnt="0">
        <dgm:presLayoutVars>
          <dgm:hierBranch val="init"/>
        </dgm:presLayoutVars>
      </dgm:prSet>
      <dgm:spPr/>
    </dgm:pt>
    <dgm:pt modelId="{76A1F4CD-DF28-3A4C-8FBF-465C320777D3}" type="pres">
      <dgm:prSet presAssocID="{A6A6FE75-E1FF-1B4C-8955-8CBCB4DA373A}" presName="rootComposite" presStyleCnt="0"/>
      <dgm:spPr/>
    </dgm:pt>
    <dgm:pt modelId="{4364C513-2076-064C-929B-07B08D33FC03}" type="pres">
      <dgm:prSet presAssocID="{A6A6FE75-E1FF-1B4C-8955-8CBCB4DA373A}" presName="rootText" presStyleLbl="node4" presStyleIdx="8" presStyleCnt="14">
        <dgm:presLayoutVars>
          <dgm:chPref val="3"/>
        </dgm:presLayoutVars>
      </dgm:prSet>
      <dgm:spPr/>
    </dgm:pt>
    <dgm:pt modelId="{061779B3-AC19-2F4E-AACC-DEC66900AB17}" type="pres">
      <dgm:prSet presAssocID="{A6A6FE75-E1FF-1B4C-8955-8CBCB4DA373A}" presName="rootConnector" presStyleLbl="node4" presStyleIdx="8" presStyleCnt="14"/>
      <dgm:spPr/>
    </dgm:pt>
    <dgm:pt modelId="{4D469C16-60D7-2040-9F30-253560D4232D}" type="pres">
      <dgm:prSet presAssocID="{A6A6FE75-E1FF-1B4C-8955-8CBCB4DA373A}" presName="hierChild4" presStyleCnt="0"/>
      <dgm:spPr/>
    </dgm:pt>
    <dgm:pt modelId="{D9991296-D9EA-B04A-9337-86557CBD7275}" type="pres">
      <dgm:prSet presAssocID="{A6A6FE75-E1FF-1B4C-8955-8CBCB4DA373A}" presName="hierChild5" presStyleCnt="0"/>
      <dgm:spPr/>
    </dgm:pt>
    <dgm:pt modelId="{D1056184-D595-6849-81BB-7535E27F879B}" type="pres">
      <dgm:prSet presAssocID="{5D67576D-0077-174E-8B73-A242ADCA7CCD}" presName="Name37" presStyleLbl="parChTrans1D4" presStyleIdx="9" presStyleCnt="14"/>
      <dgm:spPr/>
    </dgm:pt>
    <dgm:pt modelId="{628CB553-CB8F-FF4B-9C90-02316F533B7A}" type="pres">
      <dgm:prSet presAssocID="{09B9DFFC-AD60-3044-9FD9-C0659AC59F31}" presName="hierRoot2" presStyleCnt="0">
        <dgm:presLayoutVars>
          <dgm:hierBranch val="init"/>
        </dgm:presLayoutVars>
      </dgm:prSet>
      <dgm:spPr/>
    </dgm:pt>
    <dgm:pt modelId="{57F02DF2-0D63-1F4A-8CE9-FB49122FBB5E}" type="pres">
      <dgm:prSet presAssocID="{09B9DFFC-AD60-3044-9FD9-C0659AC59F31}" presName="rootComposite" presStyleCnt="0"/>
      <dgm:spPr/>
    </dgm:pt>
    <dgm:pt modelId="{C2F60AA4-8344-A143-BB21-7E8DCBB71078}" type="pres">
      <dgm:prSet presAssocID="{09B9DFFC-AD60-3044-9FD9-C0659AC59F31}" presName="rootText" presStyleLbl="node4" presStyleIdx="9" presStyleCnt="14">
        <dgm:presLayoutVars>
          <dgm:chPref val="3"/>
        </dgm:presLayoutVars>
      </dgm:prSet>
      <dgm:spPr/>
    </dgm:pt>
    <dgm:pt modelId="{98B25EDA-0AFC-5F46-9A01-F1AFF4D12554}" type="pres">
      <dgm:prSet presAssocID="{09B9DFFC-AD60-3044-9FD9-C0659AC59F31}" presName="rootConnector" presStyleLbl="node4" presStyleIdx="9" presStyleCnt="14"/>
      <dgm:spPr/>
    </dgm:pt>
    <dgm:pt modelId="{C29A71F0-D0AE-3B45-8B4E-FC6F5F86B569}" type="pres">
      <dgm:prSet presAssocID="{09B9DFFC-AD60-3044-9FD9-C0659AC59F31}" presName="hierChild4" presStyleCnt="0"/>
      <dgm:spPr/>
    </dgm:pt>
    <dgm:pt modelId="{B805FF8F-7CE9-E244-A36F-9AEA9F988B4E}" type="pres">
      <dgm:prSet presAssocID="{09B9DFFC-AD60-3044-9FD9-C0659AC59F31}" presName="hierChild5" presStyleCnt="0"/>
      <dgm:spPr/>
    </dgm:pt>
    <dgm:pt modelId="{95FBBE0F-B933-2C43-BA9F-821794EF9DF7}" type="pres">
      <dgm:prSet presAssocID="{C4CA07C3-E713-4CD5-8BC0-C3536C8A44AA}" presName="hierChild5" presStyleCnt="0"/>
      <dgm:spPr/>
    </dgm:pt>
    <dgm:pt modelId="{74558FD0-D0E2-624B-8F16-23D95B2A26E2}" type="pres">
      <dgm:prSet presAssocID="{E19E024F-CBA0-486F-8154-B476C77F0020}" presName="hierChild5" presStyleCnt="0"/>
      <dgm:spPr/>
    </dgm:pt>
    <dgm:pt modelId="{2125165F-64DD-C84D-8682-A617266D248B}" type="pres">
      <dgm:prSet presAssocID="{D90D2432-F9DF-F94C-AB99-D88B6AB1D78A}" presName="Name37" presStyleLbl="parChTrans1D2" presStyleIdx="2" presStyleCnt="5"/>
      <dgm:spPr/>
    </dgm:pt>
    <dgm:pt modelId="{3D69F746-F6E5-F54F-A986-16ABBE6E83D1}" type="pres">
      <dgm:prSet presAssocID="{4935635D-6290-E342-AC42-7EB96C103085}" presName="hierRoot2" presStyleCnt="0">
        <dgm:presLayoutVars>
          <dgm:hierBranch val="init"/>
        </dgm:presLayoutVars>
      </dgm:prSet>
      <dgm:spPr/>
    </dgm:pt>
    <dgm:pt modelId="{E7FAAB06-09ED-2649-A3D2-B54C6D2DE7EF}" type="pres">
      <dgm:prSet presAssocID="{4935635D-6290-E342-AC42-7EB96C103085}" presName="rootComposite" presStyleCnt="0"/>
      <dgm:spPr/>
    </dgm:pt>
    <dgm:pt modelId="{D2345B8F-D2F3-CB4F-BE43-D8A4FD6150C5}" type="pres">
      <dgm:prSet presAssocID="{4935635D-6290-E342-AC42-7EB96C103085}" presName="rootText" presStyleLbl="node2" presStyleIdx="2" presStyleCnt="5">
        <dgm:presLayoutVars>
          <dgm:chPref val="3"/>
        </dgm:presLayoutVars>
      </dgm:prSet>
      <dgm:spPr/>
    </dgm:pt>
    <dgm:pt modelId="{38088F40-3AE0-2F4C-A428-5EE8ADE5BAE2}" type="pres">
      <dgm:prSet presAssocID="{4935635D-6290-E342-AC42-7EB96C103085}" presName="rootConnector" presStyleLbl="node2" presStyleIdx="2" presStyleCnt="5"/>
      <dgm:spPr/>
    </dgm:pt>
    <dgm:pt modelId="{A76FE49E-E55D-FD4B-8B9D-24A60C39BF1F}" type="pres">
      <dgm:prSet presAssocID="{4935635D-6290-E342-AC42-7EB96C103085}" presName="hierChild4" presStyleCnt="0"/>
      <dgm:spPr/>
    </dgm:pt>
    <dgm:pt modelId="{D373B8E2-ECD2-9A43-B577-A2330E3D9DD7}" type="pres">
      <dgm:prSet presAssocID="{76465EB5-71E2-2E48-B345-3D15874D6857}" presName="Name37" presStyleLbl="parChTrans1D3" presStyleIdx="4" presStyleCnt="11"/>
      <dgm:spPr/>
    </dgm:pt>
    <dgm:pt modelId="{79F28644-F913-6947-A432-EA2A3C603CA0}" type="pres">
      <dgm:prSet presAssocID="{4C2E48C8-806B-564D-AAE0-13CE2843B399}" presName="hierRoot2" presStyleCnt="0">
        <dgm:presLayoutVars>
          <dgm:hierBranch val="init"/>
        </dgm:presLayoutVars>
      </dgm:prSet>
      <dgm:spPr/>
    </dgm:pt>
    <dgm:pt modelId="{AE889495-82BA-094F-BDCE-9926FCD44542}" type="pres">
      <dgm:prSet presAssocID="{4C2E48C8-806B-564D-AAE0-13CE2843B399}" presName="rootComposite" presStyleCnt="0"/>
      <dgm:spPr/>
    </dgm:pt>
    <dgm:pt modelId="{A0732908-3BA0-C94C-832F-DBBA820143D3}" type="pres">
      <dgm:prSet presAssocID="{4C2E48C8-806B-564D-AAE0-13CE2843B399}" presName="rootText" presStyleLbl="node3" presStyleIdx="4" presStyleCnt="11">
        <dgm:presLayoutVars>
          <dgm:chPref val="3"/>
        </dgm:presLayoutVars>
      </dgm:prSet>
      <dgm:spPr/>
    </dgm:pt>
    <dgm:pt modelId="{D27066D6-77A0-3447-B829-FBAABE34C9C5}" type="pres">
      <dgm:prSet presAssocID="{4C2E48C8-806B-564D-AAE0-13CE2843B399}" presName="rootConnector" presStyleLbl="node3" presStyleIdx="4" presStyleCnt="11"/>
      <dgm:spPr/>
    </dgm:pt>
    <dgm:pt modelId="{DFBAF175-0C6F-D64C-90F4-43C273117530}" type="pres">
      <dgm:prSet presAssocID="{4C2E48C8-806B-564D-AAE0-13CE2843B399}" presName="hierChild4" presStyleCnt="0"/>
      <dgm:spPr/>
    </dgm:pt>
    <dgm:pt modelId="{3276E28B-63E0-FC41-BB81-490A60C10D9F}" type="pres">
      <dgm:prSet presAssocID="{4C2E48C8-806B-564D-AAE0-13CE2843B399}" presName="hierChild5" presStyleCnt="0"/>
      <dgm:spPr/>
    </dgm:pt>
    <dgm:pt modelId="{BC9851C5-DF34-584A-84E5-71AF3044B7C6}" type="pres">
      <dgm:prSet presAssocID="{E6A8756B-2033-414F-A46C-D2A5DE2D46EF}" presName="Name37" presStyleLbl="parChTrans1D3" presStyleIdx="5" presStyleCnt="11"/>
      <dgm:spPr/>
    </dgm:pt>
    <dgm:pt modelId="{DCC26185-E710-0C4E-AB7C-FDC964CE4AEE}" type="pres">
      <dgm:prSet presAssocID="{1E4A938C-2DB0-2748-9958-FD6F547A29A9}" presName="hierRoot2" presStyleCnt="0">
        <dgm:presLayoutVars>
          <dgm:hierBranch val="init"/>
        </dgm:presLayoutVars>
      </dgm:prSet>
      <dgm:spPr/>
    </dgm:pt>
    <dgm:pt modelId="{00017B3D-E85B-1640-BD5A-CC9A5BF3888D}" type="pres">
      <dgm:prSet presAssocID="{1E4A938C-2DB0-2748-9958-FD6F547A29A9}" presName="rootComposite" presStyleCnt="0"/>
      <dgm:spPr/>
    </dgm:pt>
    <dgm:pt modelId="{3634866C-28D8-DE4D-B4C5-42DE300CFEAA}" type="pres">
      <dgm:prSet presAssocID="{1E4A938C-2DB0-2748-9958-FD6F547A29A9}" presName="rootText" presStyleLbl="node3" presStyleIdx="5" presStyleCnt="11">
        <dgm:presLayoutVars>
          <dgm:chPref val="3"/>
        </dgm:presLayoutVars>
      </dgm:prSet>
      <dgm:spPr/>
    </dgm:pt>
    <dgm:pt modelId="{4FA1A2B5-AA0F-BF40-B272-62C7B82A3222}" type="pres">
      <dgm:prSet presAssocID="{1E4A938C-2DB0-2748-9958-FD6F547A29A9}" presName="rootConnector" presStyleLbl="node3" presStyleIdx="5" presStyleCnt="11"/>
      <dgm:spPr/>
    </dgm:pt>
    <dgm:pt modelId="{E19ABC1D-4A85-444D-B91A-FC197D4A6F3C}" type="pres">
      <dgm:prSet presAssocID="{1E4A938C-2DB0-2748-9958-FD6F547A29A9}" presName="hierChild4" presStyleCnt="0"/>
      <dgm:spPr/>
    </dgm:pt>
    <dgm:pt modelId="{EDC8AC0D-1965-0B49-B50B-E0D8C922A1A5}" type="pres">
      <dgm:prSet presAssocID="{1E4A938C-2DB0-2748-9958-FD6F547A29A9}" presName="hierChild5" presStyleCnt="0"/>
      <dgm:spPr/>
    </dgm:pt>
    <dgm:pt modelId="{946F71BC-7919-C84D-A670-B40827CBFA02}" type="pres">
      <dgm:prSet presAssocID="{4935635D-6290-E342-AC42-7EB96C103085}" presName="hierChild5" presStyleCnt="0"/>
      <dgm:spPr/>
    </dgm:pt>
    <dgm:pt modelId="{218B073C-E368-6246-A09D-48FAF13C9ACD}" type="pres">
      <dgm:prSet presAssocID="{0D0B9606-216B-5446-AE86-D2987E861FB7}" presName="Name37" presStyleLbl="parChTrans1D2" presStyleIdx="3" presStyleCnt="5"/>
      <dgm:spPr/>
    </dgm:pt>
    <dgm:pt modelId="{F236126D-FF6E-CB4E-BE20-46A17378025B}" type="pres">
      <dgm:prSet presAssocID="{EE621C62-7830-CD42-8DD0-59B3980C63A7}" presName="hierRoot2" presStyleCnt="0">
        <dgm:presLayoutVars>
          <dgm:hierBranch val="init"/>
        </dgm:presLayoutVars>
      </dgm:prSet>
      <dgm:spPr/>
    </dgm:pt>
    <dgm:pt modelId="{9E89BDC9-833F-BC43-A2FC-59EEBCA808F3}" type="pres">
      <dgm:prSet presAssocID="{EE621C62-7830-CD42-8DD0-59B3980C63A7}" presName="rootComposite" presStyleCnt="0"/>
      <dgm:spPr/>
    </dgm:pt>
    <dgm:pt modelId="{2142EDD2-8433-5C47-819D-AEDDA1371E01}" type="pres">
      <dgm:prSet presAssocID="{EE621C62-7830-CD42-8DD0-59B3980C63A7}" presName="rootText" presStyleLbl="node2" presStyleIdx="3" presStyleCnt="5">
        <dgm:presLayoutVars>
          <dgm:chPref val="3"/>
        </dgm:presLayoutVars>
      </dgm:prSet>
      <dgm:spPr/>
    </dgm:pt>
    <dgm:pt modelId="{BDDB508A-3B8D-7B4D-997D-1711B995861C}" type="pres">
      <dgm:prSet presAssocID="{EE621C62-7830-CD42-8DD0-59B3980C63A7}" presName="rootConnector" presStyleLbl="node2" presStyleIdx="3" presStyleCnt="5"/>
      <dgm:spPr/>
    </dgm:pt>
    <dgm:pt modelId="{B81120AA-825D-BB49-A4D3-26A1E44FA018}" type="pres">
      <dgm:prSet presAssocID="{EE621C62-7830-CD42-8DD0-59B3980C63A7}" presName="hierChild4" presStyleCnt="0"/>
      <dgm:spPr/>
    </dgm:pt>
    <dgm:pt modelId="{51B3E03D-0B41-CC4A-A799-BFE272F6B2C4}" type="pres">
      <dgm:prSet presAssocID="{AC37794C-610F-1A4D-BB98-30D8E24CF56C}" presName="Name37" presStyleLbl="parChTrans1D3" presStyleIdx="6" presStyleCnt="11"/>
      <dgm:spPr/>
    </dgm:pt>
    <dgm:pt modelId="{4329A376-6A19-714C-93FA-06CAA80CD30D}" type="pres">
      <dgm:prSet presAssocID="{ACF22522-8B95-3F4E-B3A3-B0A2ED259E5D}" presName="hierRoot2" presStyleCnt="0">
        <dgm:presLayoutVars>
          <dgm:hierBranch val="init"/>
        </dgm:presLayoutVars>
      </dgm:prSet>
      <dgm:spPr/>
    </dgm:pt>
    <dgm:pt modelId="{78714106-69A7-AA4F-9674-78509C557C90}" type="pres">
      <dgm:prSet presAssocID="{ACF22522-8B95-3F4E-B3A3-B0A2ED259E5D}" presName="rootComposite" presStyleCnt="0"/>
      <dgm:spPr/>
    </dgm:pt>
    <dgm:pt modelId="{D160160A-5629-9443-BB2D-43E0FE9E1558}" type="pres">
      <dgm:prSet presAssocID="{ACF22522-8B95-3F4E-B3A3-B0A2ED259E5D}" presName="rootText" presStyleLbl="node3" presStyleIdx="6" presStyleCnt="11">
        <dgm:presLayoutVars>
          <dgm:chPref val="3"/>
        </dgm:presLayoutVars>
      </dgm:prSet>
      <dgm:spPr/>
    </dgm:pt>
    <dgm:pt modelId="{7CF9B842-00B4-DE4E-9E8B-0E50EB2F9FF1}" type="pres">
      <dgm:prSet presAssocID="{ACF22522-8B95-3F4E-B3A3-B0A2ED259E5D}" presName="rootConnector" presStyleLbl="node3" presStyleIdx="6" presStyleCnt="11"/>
      <dgm:spPr/>
    </dgm:pt>
    <dgm:pt modelId="{2EE3F5F6-FD55-0A43-9C6F-32119D32C790}" type="pres">
      <dgm:prSet presAssocID="{ACF22522-8B95-3F4E-B3A3-B0A2ED259E5D}" presName="hierChild4" presStyleCnt="0"/>
      <dgm:spPr/>
    </dgm:pt>
    <dgm:pt modelId="{D25D19EA-BB1D-E44E-9BFB-B3BA2272447E}" type="pres">
      <dgm:prSet presAssocID="{ACF22522-8B95-3F4E-B3A3-B0A2ED259E5D}" presName="hierChild5" presStyleCnt="0"/>
      <dgm:spPr/>
    </dgm:pt>
    <dgm:pt modelId="{5C7D67AD-AE7E-2B43-B8FD-7C2DDEE6C5BD}" type="pres">
      <dgm:prSet presAssocID="{2615615F-FA80-544D-9585-1FAD772D2F99}" presName="Name37" presStyleLbl="parChTrans1D3" presStyleIdx="7" presStyleCnt="11"/>
      <dgm:spPr/>
    </dgm:pt>
    <dgm:pt modelId="{3AD25C31-7EC7-ED4D-93DC-5D1C71814DBC}" type="pres">
      <dgm:prSet presAssocID="{497C3AA2-0F19-BA44-A374-896537004B60}" presName="hierRoot2" presStyleCnt="0">
        <dgm:presLayoutVars>
          <dgm:hierBranch val="init"/>
        </dgm:presLayoutVars>
      </dgm:prSet>
      <dgm:spPr/>
    </dgm:pt>
    <dgm:pt modelId="{25EC445B-10C9-D445-B4F6-5A2422814866}" type="pres">
      <dgm:prSet presAssocID="{497C3AA2-0F19-BA44-A374-896537004B60}" presName="rootComposite" presStyleCnt="0"/>
      <dgm:spPr/>
    </dgm:pt>
    <dgm:pt modelId="{7497A62F-FD13-F04A-9621-089991D40B76}" type="pres">
      <dgm:prSet presAssocID="{497C3AA2-0F19-BA44-A374-896537004B60}" presName="rootText" presStyleLbl="node3" presStyleIdx="7" presStyleCnt="11">
        <dgm:presLayoutVars>
          <dgm:chPref val="3"/>
        </dgm:presLayoutVars>
      </dgm:prSet>
      <dgm:spPr/>
    </dgm:pt>
    <dgm:pt modelId="{BE821C58-BA34-C845-BFB3-23EDED02E877}" type="pres">
      <dgm:prSet presAssocID="{497C3AA2-0F19-BA44-A374-896537004B60}" presName="rootConnector" presStyleLbl="node3" presStyleIdx="7" presStyleCnt="11"/>
      <dgm:spPr/>
    </dgm:pt>
    <dgm:pt modelId="{A8223905-C5C5-F448-AAB4-E4DDDE3BA605}" type="pres">
      <dgm:prSet presAssocID="{497C3AA2-0F19-BA44-A374-896537004B60}" presName="hierChild4" presStyleCnt="0"/>
      <dgm:spPr/>
    </dgm:pt>
    <dgm:pt modelId="{7E3649BE-E830-1440-A7A3-DEF1BF202E3E}" type="pres">
      <dgm:prSet presAssocID="{497C3AA2-0F19-BA44-A374-896537004B60}" presName="hierChild5" presStyleCnt="0"/>
      <dgm:spPr/>
    </dgm:pt>
    <dgm:pt modelId="{B279987B-CBE0-E248-8387-68AAB7154F59}" type="pres">
      <dgm:prSet presAssocID="{6B13E22C-FE01-0F42-BEA0-F38BD1D3F2D3}" presName="Name37" presStyleLbl="parChTrans1D3" presStyleIdx="8" presStyleCnt="11"/>
      <dgm:spPr/>
    </dgm:pt>
    <dgm:pt modelId="{B52C9480-36D0-CC46-ADFC-EC2E48B2324C}" type="pres">
      <dgm:prSet presAssocID="{2B44075C-9869-9649-895C-4FEB676067CB}" presName="hierRoot2" presStyleCnt="0">
        <dgm:presLayoutVars>
          <dgm:hierBranch val="init"/>
        </dgm:presLayoutVars>
      </dgm:prSet>
      <dgm:spPr/>
    </dgm:pt>
    <dgm:pt modelId="{134D405B-6CE2-7247-8E02-49B6509A6BDF}" type="pres">
      <dgm:prSet presAssocID="{2B44075C-9869-9649-895C-4FEB676067CB}" presName="rootComposite" presStyleCnt="0"/>
      <dgm:spPr/>
    </dgm:pt>
    <dgm:pt modelId="{932FEB80-CD14-EA45-8DD5-BB684E9F6006}" type="pres">
      <dgm:prSet presAssocID="{2B44075C-9869-9649-895C-4FEB676067CB}" presName="rootText" presStyleLbl="node3" presStyleIdx="8" presStyleCnt="11">
        <dgm:presLayoutVars>
          <dgm:chPref val="3"/>
        </dgm:presLayoutVars>
      </dgm:prSet>
      <dgm:spPr/>
    </dgm:pt>
    <dgm:pt modelId="{52F5984A-40F7-914F-840A-7FF63DA2DD2C}" type="pres">
      <dgm:prSet presAssocID="{2B44075C-9869-9649-895C-4FEB676067CB}" presName="rootConnector" presStyleLbl="node3" presStyleIdx="8" presStyleCnt="11"/>
      <dgm:spPr/>
    </dgm:pt>
    <dgm:pt modelId="{D3C0EC06-73AD-0F4C-95AF-2736BFA6FBB4}" type="pres">
      <dgm:prSet presAssocID="{2B44075C-9869-9649-895C-4FEB676067CB}" presName="hierChild4" presStyleCnt="0"/>
      <dgm:spPr/>
    </dgm:pt>
    <dgm:pt modelId="{7AC0DEF7-2555-F042-80D5-A9289B1EB4AC}" type="pres">
      <dgm:prSet presAssocID="{2B44075C-9869-9649-895C-4FEB676067CB}" presName="hierChild5" presStyleCnt="0"/>
      <dgm:spPr/>
    </dgm:pt>
    <dgm:pt modelId="{6E9F5397-F4C1-F647-8A1B-FDFB14200684}" type="pres">
      <dgm:prSet presAssocID="{EE621C62-7830-CD42-8DD0-59B3980C63A7}" presName="hierChild5" presStyleCnt="0"/>
      <dgm:spPr/>
    </dgm:pt>
    <dgm:pt modelId="{E0B7DABE-E271-4945-8E38-666E522274B6}" type="pres">
      <dgm:prSet presAssocID="{184A1767-DA0B-466E-A9D1-FB42AE272BD1}" presName="Name37" presStyleLbl="parChTrans1D2" presStyleIdx="4" presStyleCnt="5"/>
      <dgm:spPr/>
    </dgm:pt>
    <dgm:pt modelId="{EF740D45-16BB-D04E-AF3B-DAD53483CDC3}" type="pres">
      <dgm:prSet presAssocID="{AC7B98EA-B026-4F08-8052-EC037FB5D742}" presName="hierRoot2" presStyleCnt="0">
        <dgm:presLayoutVars>
          <dgm:hierBranch val="init"/>
        </dgm:presLayoutVars>
      </dgm:prSet>
      <dgm:spPr/>
    </dgm:pt>
    <dgm:pt modelId="{A136CB9B-989F-3648-8D4F-E3EC17B08E7A}" type="pres">
      <dgm:prSet presAssocID="{AC7B98EA-B026-4F08-8052-EC037FB5D742}" presName="rootComposite" presStyleCnt="0"/>
      <dgm:spPr/>
    </dgm:pt>
    <dgm:pt modelId="{FAB7ED0E-4239-E745-BA55-B581D852E1A8}" type="pres">
      <dgm:prSet presAssocID="{AC7B98EA-B026-4F08-8052-EC037FB5D742}" presName="rootText" presStyleLbl="node2" presStyleIdx="4" presStyleCnt="5">
        <dgm:presLayoutVars>
          <dgm:chPref val="3"/>
        </dgm:presLayoutVars>
      </dgm:prSet>
      <dgm:spPr/>
    </dgm:pt>
    <dgm:pt modelId="{10F4FA86-D7A7-C54A-9D9E-E784F8BA7F16}" type="pres">
      <dgm:prSet presAssocID="{AC7B98EA-B026-4F08-8052-EC037FB5D742}" presName="rootConnector" presStyleLbl="node2" presStyleIdx="4" presStyleCnt="5"/>
      <dgm:spPr/>
    </dgm:pt>
    <dgm:pt modelId="{34FC47F3-A2F8-1844-BB34-68498EA3B0AA}" type="pres">
      <dgm:prSet presAssocID="{AC7B98EA-B026-4F08-8052-EC037FB5D742}" presName="hierChild4" presStyleCnt="0"/>
      <dgm:spPr/>
    </dgm:pt>
    <dgm:pt modelId="{71FCAA71-8F9A-5443-99E0-45681F12A166}" type="pres">
      <dgm:prSet presAssocID="{CF9B5626-7FB7-4F12-A803-E460767C759A}" presName="Name37" presStyleLbl="parChTrans1D3" presStyleIdx="9" presStyleCnt="11"/>
      <dgm:spPr/>
    </dgm:pt>
    <dgm:pt modelId="{6E110C79-BF2D-5C4A-A87D-39173FBE0A4E}" type="pres">
      <dgm:prSet presAssocID="{EC5B6BA5-8B27-48D1-BC34-DC94FCB181D7}" presName="hierRoot2" presStyleCnt="0">
        <dgm:presLayoutVars>
          <dgm:hierBranch val="init"/>
        </dgm:presLayoutVars>
      </dgm:prSet>
      <dgm:spPr/>
    </dgm:pt>
    <dgm:pt modelId="{212ACC87-D76E-4D46-85EA-E8E70AE98587}" type="pres">
      <dgm:prSet presAssocID="{EC5B6BA5-8B27-48D1-BC34-DC94FCB181D7}" presName="rootComposite" presStyleCnt="0"/>
      <dgm:spPr/>
    </dgm:pt>
    <dgm:pt modelId="{1FCCF6DF-B9D6-7F43-860C-B6C8867A8FD7}" type="pres">
      <dgm:prSet presAssocID="{EC5B6BA5-8B27-48D1-BC34-DC94FCB181D7}" presName="rootText" presStyleLbl="node3" presStyleIdx="9" presStyleCnt="11">
        <dgm:presLayoutVars>
          <dgm:chPref val="3"/>
        </dgm:presLayoutVars>
      </dgm:prSet>
      <dgm:spPr/>
    </dgm:pt>
    <dgm:pt modelId="{F43CC801-AB59-9045-84DB-C16AB16BF0BD}" type="pres">
      <dgm:prSet presAssocID="{EC5B6BA5-8B27-48D1-BC34-DC94FCB181D7}" presName="rootConnector" presStyleLbl="node3" presStyleIdx="9" presStyleCnt="11"/>
      <dgm:spPr/>
    </dgm:pt>
    <dgm:pt modelId="{9FF02481-74A1-DB49-9FCA-3F3D12CF629F}" type="pres">
      <dgm:prSet presAssocID="{EC5B6BA5-8B27-48D1-BC34-DC94FCB181D7}" presName="hierChild4" presStyleCnt="0"/>
      <dgm:spPr/>
    </dgm:pt>
    <dgm:pt modelId="{5BE098D7-5DB7-EC4F-8E76-88B8AFFB95A0}" type="pres">
      <dgm:prSet presAssocID="{BF246693-B9E2-4B4A-9994-BCE2199A2171}" presName="Name37" presStyleLbl="parChTrans1D4" presStyleIdx="10" presStyleCnt="14"/>
      <dgm:spPr/>
    </dgm:pt>
    <dgm:pt modelId="{586BFF7B-D553-C34B-BCD3-808082995B9D}" type="pres">
      <dgm:prSet presAssocID="{F43D0201-B687-FF43-A49A-67C37EC0DF60}" presName="hierRoot2" presStyleCnt="0">
        <dgm:presLayoutVars>
          <dgm:hierBranch val="init"/>
        </dgm:presLayoutVars>
      </dgm:prSet>
      <dgm:spPr/>
    </dgm:pt>
    <dgm:pt modelId="{7E5AA790-F9CE-1C4D-99F1-3F3F85815E57}" type="pres">
      <dgm:prSet presAssocID="{F43D0201-B687-FF43-A49A-67C37EC0DF60}" presName="rootComposite" presStyleCnt="0"/>
      <dgm:spPr/>
    </dgm:pt>
    <dgm:pt modelId="{7B8801EC-3298-644D-A422-9902F2C5F0B6}" type="pres">
      <dgm:prSet presAssocID="{F43D0201-B687-FF43-A49A-67C37EC0DF60}" presName="rootText" presStyleLbl="node4" presStyleIdx="10" presStyleCnt="14">
        <dgm:presLayoutVars>
          <dgm:chPref val="3"/>
        </dgm:presLayoutVars>
      </dgm:prSet>
      <dgm:spPr/>
    </dgm:pt>
    <dgm:pt modelId="{1F9F832F-A38F-EC48-AE57-2D12671945EF}" type="pres">
      <dgm:prSet presAssocID="{F43D0201-B687-FF43-A49A-67C37EC0DF60}" presName="rootConnector" presStyleLbl="node4" presStyleIdx="10" presStyleCnt="14"/>
      <dgm:spPr/>
    </dgm:pt>
    <dgm:pt modelId="{5E8B26E2-8D01-1B4D-BA67-FAB9D2C255CE}" type="pres">
      <dgm:prSet presAssocID="{F43D0201-B687-FF43-A49A-67C37EC0DF60}" presName="hierChild4" presStyleCnt="0"/>
      <dgm:spPr/>
    </dgm:pt>
    <dgm:pt modelId="{0C8194D9-3877-A348-B5C9-0E1BB4B227C7}" type="pres">
      <dgm:prSet presAssocID="{F43D0201-B687-FF43-A49A-67C37EC0DF60}" presName="hierChild5" presStyleCnt="0"/>
      <dgm:spPr/>
    </dgm:pt>
    <dgm:pt modelId="{812352A6-8751-0B4E-8BAD-F2AEF127254C}" type="pres">
      <dgm:prSet presAssocID="{6F7380B4-8030-6547-B9D5-60D3EF38E7DD}" presName="Name37" presStyleLbl="parChTrans1D4" presStyleIdx="11" presStyleCnt="14"/>
      <dgm:spPr/>
    </dgm:pt>
    <dgm:pt modelId="{609D8D7D-986B-904A-AA9E-4D5697A1108A}" type="pres">
      <dgm:prSet presAssocID="{D239731A-BDEE-7F43-96AE-E3549FEE0371}" presName="hierRoot2" presStyleCnt="0">
        <dgm:presLayoutVars>
          <dgm:hierBranch val="init"/>
        </dgm:presLayoutVars>
      </dgm:prSet>
      <dgm:spPr/>
    </dgm:pt>
    <dgm:pt modelId="{1A849041-ED61-294E-B803-EDA0F6B0A500}" type="pres">
      <dgm:prSet presAssocID="{D239731A-BDEE-7F43-96AE-E3549FEE0371}" presName="rootComposite" presStyleCnt="0"/>
      <dgm:spPr/>
    </dgm:pt>
    <dgm:pt modelId="{1733DA29-CE77-2A4D-A7A8-03D0F7F098C0}" type="pres">
      <dgm:prSet presAssocID="{D239731A-BDEE-7F43-96AE-E3549FEE0371}" presName="rootText" presStyleLbl="node4" presStyleIdx="11" presStyleCnt="14">
        <dgm:presLayoutVars>
          <dgm:chPref val="3"/>
        </dgm:presLayoutVars>
      </dgm:prSet>
      <dgm:spPr/>
    </dgm:pt>
    <dgm:pt modelId="{4370EDCE-CEB9-AE46-B236-782A905E3C0D}" type="pres">
      <dgm:prSet presAssocID="{D239731A-BDEE-7F43-96AE-E3549FEE0371}" presName="rootConnector" presStyleLbl="node4" presStyleIdx="11" presStyleCnt="14"/>
      <dgm:spPr/>
    </dgm:pt>
    <dgm:pt modelId="{BF2321A7-E95E-F341-8B01-D7F7C373ACA5}" type="pres">
      <dgm:prSet presAssocID="{D239731A-BDEE-7F43-96AE-E3549FEE0371}" presName="hierChild4" presStyleCnt="0"/>
      <dgm:spPr/>
    </dgm:pt>
    <dgm:pt modelId="{389AF8BB-6307-F34E-8D9F-89F8B412C020}" type="pres">
      <dgm:prSet presAssocID="{D239731A-BDEE-7F43-96AE-E3549FEE0371}" presName="hierChild5" presStyleCnt="0"/>
      <dgm:spPr/>
    </dgm:pt>
    <dgm:pt modelId="{5FD72857-52C1-4D4B-AADE-3E5F81C09EA4}" type="pres">
      <dgm:prSet presAssocID="{EC5B6BA5-8B27-48D1-BC34-DC94FCB181D7}" presName="hierChild5" presStyleCnt="0"/>
      <dgm:spPr/>
    </dgm:pt>
    <dgm:pt modelId="{40782FC9-95FD-7647-9872-7C8EB6489205}" type="pres">
      <dgm:prSet presAssocID="{57E80165-04C5-4256-8733-48B3E2C07CCD}" presName="Name37" presStyleLbl="parChTrans1D3" presStyleIdx="10" presStyleCnt="11"/>
      <dgm:spPr/>
    </dgm:pt>
    <dgm:pt modelId="{47941E22-45AE-E54E-97FF-B67284D2DE88}" type="pres">
      <dgm:prSet presAssocID="{0ACAFAE2-734D-4E92-8B74-50F530A39721}" presName="hierRoot2" presStyleCnt="0">
        <dgm:presLayoutVars>
          <dgm:hierBranch val="init"/>
        </dgm:presLayoutVars>
      </dgm:prSet>
      <dgm:spPr/>
    </dgm:pt>
    <dgm:pt modelId="{084D0D32-1BE5-C54A-8618-92B6611FD78C}" type="pres">
      <dgm:prSet presAssocID="{0ACAFAE2-734D-4E92-8B74-50F530A39721}" presName="rootComposite" presStyleCnt="0"/>
      <dgm:spPr/>
    </dgm:pt>
    <dgm:pt modelId="{83B3AF30-52BD-3341-B9FB-2EA7FF54F841}" type="pres">
      <dgm:prSet presAssocID="{0ACAFAE2-734D-4E92-8B74-50F530A39721}" presName="rootText" presStyleLbl="node3" presStyleIdx="10" presStyleCnt="11">
        <dgm:presLayoutVars>
          <dgm:chPref val="3"/>
        </dgm:presLayoutVars>
      </dgm:prSet>
      <dgm:spPr/>
    </dgm:pt>
    <dgm:pt modelId="{0F87FD0F-E553-4E4B-A489-F8CB41C8F0CB}" type="pres">
      <dgm:prSet presAssocID="{0ACAFAE2-734D-4E92-8B74-50F530A39721}" presName="rootConnector" presStyleLbl="node3" presStyleIdx="10" presStyleCnt="11"/>
      <dgm:spPr/>
    </dgm:pt>
    <dgm:pt modelId="{12DE90F1-242E-BB49-BF49-03C71F381A89}" type="pres">
      <dgm:prSet presAssocID="{0ACAFAE2-734D-4E92-8B74-50F530A39721}" presName="hierChild4" presStyleCnt="0"/>
      <dgm:spPr/>
    </dgm:pt>
    <dgm:pt modelId="{B644088D-0F97-274C-A60D-6CDF9307EEBD}" type="pres">
      <dgm:prSet presAssocID="{3587EC20-1895-B142-A6FB-6FB76B4849A2}" presName="Name37" presStyleLbl="parChTrans1D4" presStyleIdx="12" presStyleCnt="14"/>
      <dgm:spPr/>
    </dgm:pt>
    <dgm:pt modelId="{B6E3F30B-287D-0A40-83F3-E0C54DF21E44}" type="pres">
      <dgm:prSet presAssocID="{08677EE6-B6BE-984B-BA81-37C0E9EA8C97}" presName="hierRoot2" presStyleCnt="0">
        <dgm:presLayoutVars>
          <dgm:hierBranch val="init"/>
        </dgm:presLayoutVars>
      </dgm:prSet>
      <dgm:spPr/>
    </dgm:pt>
    <dgm:pt modelId="{FE8E2E46-2D0A-684B-8A8F-4440D5CCC232}" type="pres">
      <dgm:prSet presAssocID="{08677EE6-B6BE-984B-BA81-37C0E9EA8C97}" presName="rootComposite" presStyleCnt="0"/>
      <dgm:spPr/>
    </dgm:pt>
    <dgm:pt modelId="{BE79A9B2-730F-1E4E-A3F4-D73F4D710E30}" type="pres">
      <dgm:prSet presAssocID="{08677EE6-B6BE-984B-BA81-37C0E9EA8C97}" presName="rootText" presStyleLbl="node4" presStyleIdx="12" presStyleCnt="14">
        <dgm:presLayoutVars>
          <dgm:chPref val="3"/>
        </dgm:presLayoutVars>
      </dgm:prSet>
      <dgm:spPr/>
    </dgm:pt>
    <dgm:pt modelId="{551CB20F-0B83-A247-BF5C-B24954869050}" type="pres">
      <dgm:prSet presAssocID="{08677EE6-B6BE-984B-BA81-37C0E9EA8C97}" presName="rootConnector" presStyleLbl="node4" presStyleIdx="12" presStyleCnt="14"/>
      <dgm:spPr/>
    </dgm:pt>
    <dgm:pt modelId="{E033253F-60C5-7D49-8BE5-0FE9360FBD57}" type="pres">
      <dgm:prSet presAssocID="{08677EE6-B6BE-984B-BA81-37C0E9EA8C97}" presName="hierChild4" presStyleCnt="0"/>
      <dgm:spPr/>
    </dgm:pt>
    <dgm:pt modelId="{EAB11E99-9DB5-FE4C-A86E-5C0096BF8BFD}" type="pres">
      <dgm:prSet presAssocID="{08677EE6-B6BE-984B-BA81-37C0E9EA8C97}" presName="hierChild5" presStyleCnt="0"/>
      <dgm:spPr/>
    </dgm:pt>
    <dgm:pt modelId="{15BF6C30-4208-8145-B234-DF576B089838}" type="pres">
      <dgm:prSet presAssocID="{990910F0-32F2-D04D-A069-4C270329DD8D}" presName="Name37" presStyleLbl="parChTrans1D4" presStyleIdx="13" presStyleCnt="14"/>
      <dgm:spPr/>
    </dgm:pt>
    <dgm:pt modelId="{263D8BE3-BD37-0240-B8A7-A54D7A1F7DEE}" type="pres">
      <dgm:prSet presAssocID="{8922629C-2A74-0E42-9F06-5C62E9D0C323}" presName="hierRoot2" presStyleCnt="0">
        <dgm:presLayoutVars>
          <dgm:hierBranch val="init"/>
        </dgm:presLayoutVars>
      </dgm:prSet>
      <dgm:spPr/>
    </dgm:pt>
    <dgm:pt modelId="{DB208287-11DC-824A-A846-FCB434F0589B}" type="pres">
      <dgm:prSet presAssocID="{8922629C-2A74-0E42-9F06-5C62E9D0C323}" presName="rootComposite" presStyleCnt="0"/>
      <dgm:spPr/>
    </dgm:pt>
    <dgm:pt modelId="{A8DF82CC-CD72-3545-A9D9-E3B12D76A333}" type="pres">
      <dgm:prSet presAssocID="{8922629C-2A74-0E42-9F06-5C62E9D0C323}" presName="rootText" presStyleLbl="node4" presStyleIdx="13" presStyleCnt="14">
        <dgm:presLayoutVars>
          <dgm:chPref val="3"/>
        </dgm:presLayoutVars>
      </dgm:prSet>
      <dgm:spPr/>
    </dgm:pt>
    <dgm:pt modelId="{8D70B1C5-7D24-2048-8E67-0768EC25A133}" type="pres">
      <dgm:prSet presAssocID="{8922629C-2A74-0E42-9F06-5C62E9D0C323}" presName="rootConnector" presStyleLbl="node4" presStyleIdx="13" presStyleCnt="14"/>
      <dgm:spPr/>
    </dgm:pt>
    <dgm:pt modelId="{826D2ECA-4C4E-C844-9596-AF03CD6A9373}" type="pres">
      <dgm:prSet presAssocID="{8922629C-2A74-0E42-9F06-5C62E9D0C323}" presName="hierChild4" presStyleCnt="0"/>
      <dgm:spPr/>
    </dgm:pt>
    <dgm:pt modelId="{2C1866EA-C1E4-EB4F-A930-E6C74B579260}" type="pres">
      <dgm:prSet presAssocID="{8922629C-2A74-0E42-9F06-5C62E9D0C323}" presName="hierChild5" presStyleCnt="0"/>
      <dgm:spPr/>
    </dgm:pt>
    <dgm:pt modelId="{0A7879F0-49D4-A748-9955-346DACF6CFDD}" type="pres">
      <dgm:prSet presAssocID="{0ACAFAE2-734D-4E92-8B74-50F530A39721}" presName="hierChild5" presStyleCnt="0"/>
      <dgm:spPr/>
    </dgm:pt>
    <dgm:pt modelId="{7243E4D4-348C-0C45-9449-34BD864A1900}" type="pres">
      <dgm:prSet presAssocID="{AC7B98EA-B026-4F08-8052-EC037FB5D742}" presName="hierChild5" presStyleCnt="0"/>
      <dgm:spPr/>
    </dgm:pt>
    <dgm:pt modelId="{5CF97410-214E-C749-A306-8FEC6D3F0B9D}" type="pres">
      <dgm:prSet presAssocID="{36E3B70A-2B3C-4CB6-8258-F783A8D947BE}" presName="hierChild3" presStyleCnt="0"/>
      <dgm:spPr/>
    </dgm:pt>
  </dgm:ptLst>
  <dgm:cxnLst>
    <dgm:cxn modelId="{D1BC4D00-A6C1-A84F-B3E2-48BA82DC8751}" type="presOf" srcId="{4C902AF0-9724-FB43-AF02-83F72AFD77F4}" destId="{BF88D3DD-7D5C-E84F-B654-755754773DD7}" srcOrd="0" destOrd="0" presId="urn:microsoft.com/office/officeart/2005/8/layout/orgChart1"/>
    <dgm:cxn modelId="{3EB85004-3A8B-CB4F-932B-CC7751AF5884}" type="presOf" srcId="{E19E024F-CBA0-486F-8154-B476C77F0020}" destId="{C04AD1CE-ABDF-4048-B34D-83517B71971E}" srcOrd="1" destOrd="0" presId="urn:microsoft.com/office/officeart/2005/8/layout/orgChart1"/>
    <dgm:cxn modelId="{BBF09B05-4461-BA4F-B86D-BD00A6AE58E1}" type="presOf" srcId="{2615615F-FA80-544D-9585-1FAD772D2F99}" destId="{5C7D67AD-AE7E-2B43-B8FD-7C2DDEE6C5BD}" srcOrd="0" destOrd="0" presId="urn:microsoft.com/office/officeart/2005/8/layout/orgChart1"/>
    <dgm:cxn modelId="{B23F160A-21F7-42A0-BB3C-49F14B86092C}" srcId="{36E3B70A-2B3C-4CB6-8258-F783A8D947BE}" destId="{2D501A6C-CB1C-42AF-A2B4-95A7ADFD6EB8}" srcOrd="0" destOrd="0" parTransId="{47D56DEB-1BD9-431C-A9F1-63D6F6A8099D}" sibTransId="{D5832A88-F911-4DAF-9868-E6D6974C1FA6}"/>
    <dgm:cxn modelId="{6648730D-D319-F94D-A2D4-201CEA928C3E}" type="presOf" srcId="{EE621C62-7830-CD42-8DD0-59B3980C63A7}" destId="{BDDB508A-3B8D-7B4D-997D-1711B995861C}" srcOrd="1" destOrd="0" presId="urn:microsoft.com/office/officeart/2005/8/layout/orgChart1"/>
    <dgm:cxn modelId="{F614150F-9E53-2945-A3B9-92EED145C165}" type="presOf" srcId="{4935635D-6290-E342-AC42-7EB96C103085}" destId="{D2345B8F-D2F3-CB4F-BE43-D8A4FD6150C5}" srcOrd="0" destOrd="0" presId="urn:microsoft.com/office/officeart/2005/8/layout/orgChart1"/>
    <dgm:cxn modelId="{273C0510-0962-244A-9F1B-9B0E79982660}" type="presOf" srcId="{47D56DEB-1BD9-431C-A9F1-63D6F6A8099D}" destId="{E4EB2FF3-B4B7-A642-B1FD-D14ACD61D714}" srcOrd="0" destOrd="0" presId="urn:microsoft.com/office/officeart/2005/8/layout/orgChart1"/>
    <dgm:cxn modelId="{485A4F10-28AC-9D4F-B459-FD80726819A9}" type="presOf" srcId="{5942B258-29FD-4AB2-923C-2F985D439EC7}" destId="{DD583E7B-04F5-7C42-A46D-2B13A374699C}" srcOrd="0" destOrd="0" presId="urn:microsoft.com/office/officeart/2005/8/layout/orgChart1"/>
    <dgm:cxn modelId="{D3F66412-D7CE-F64A-BAB2-C98A752EF6E7}" srcId="{C4CA07C3-E713-4CD5-8BC0-C3536C8A44AA}" destId="{09B9DFFC-AD60-3044-9FD9-C0659AC59F31}" srcOrd="2" destOrd="0" parTransId="{5D67576D-0077-174E-8B73-A242ADCA7CCD}" sibTransId="{52227EAD-EDE2-324F-AB1C-939D36090C4A}"/>
    <dgm:cxn modelId="{7E2DFE12-B751-1846-A2C0-E85A57A913CA}" type="presOf" srcId="{944D8054-A2B7-4299-B693-A3F41E66066D}" destId="{4CE1BA71-ECE0-3542-AF17-1398F35B9B6B}" srcOrd="1" destOrd="0" presId="urn:microsoft.com/office/officeart/2005/8/layout/orgChart1"/>
    <dgm:cxn modelId="{03F5F813-B7D4-DC4E-A73E-05DD01840315}" type="presOf" srcId="{09B9DFFC-AD60-3044-9FD9-C0659AC59F31}" destId="{98B25EDA-0AFC-5F46-9A01-F1AFF4D12554}" srcOrd="1" destOrd="0" presId="urn:microsoft.com/office/officeart/2005/8/layout/orgChart1"/>
    <dgm:cxn modelId="{A2DD6A17-2455-44AA-B10E-2857F1692880}" srcId="{AC7B98EA-B026-4F08-8052-EC037FB5D742}" destId="{EC5B6BA5-8B27-48D1-BC34-DC94FCB181D7}" srcOrd="0" destOrd="0" parTransId="{CF9B5626-7FB7-4F12-A803-E460767C759A}" sibTransId="{87667234-7A9B-46BC-8C96-00011C04A33C}"/>
    <dgm:cxn modelId="{B78E741E-4EA0-CA40-B09B-F645FAA114BF}" type="presOf" srcId="{C4CA07C3-E713-4CD5-8BC0-C3536C8A44AA}" destId="{FF859F26-98F3-0741-8B45-B6DC698E89AC}" srcOrd="1" destOrd="0" presId="urn:microsoft.com/office/officeart/2005/8/layout/orgChart1"/>
    <dgm:cxn modelId="{7F33AF21-874E-0F43-BEE7-2F2A3F0A2257}" type="presOf" srcId="{5CC4931B-45BB-D440-9303-76C254DB329E}" destId="{E5AF21C1-5316-E54F-AF31-67E8A7BF5034}" srcOrd="0" destOrd="0" presId="urn:microsoft.com/office/officeart/2005/8/layout/orgChart1"/>
    <dgm:cxn modelId="{A1831E29-7859-624A-818E-41F8DAD8E12C}" type="presOf" srcId="{576060C9-4F9C-4633-A8C3-6F32FC224519}" destId="{CA21D39F-81E9-CD4A-BA42-933F4D8D31DC}" srcOrd="0" destOrd="0" presId="urn:microsoft.com/office/officeart/2005/8/layout/orgChart1"/>
    <dgm:cxn modelId="{0AB74B2D-4703-A841-BE8D-A632E84B1830}" type="presOf" srcId="{D90D2432-F9DF-F94C-AB99-D88B6AB1D78A}" destId="{2125165F-64DD-C84D-8682-A617266D248B}" srcOrd="0" destOrd="0" presId="urn:microsoft.com/office/officeart/2005/8/layout/orgChart1"/>
    <dgm:cxn modelId="{886B232F-EE1C-A941-AD0C-02E4D5A7789D}" type="presOf" srcId="{2E370517-0044-0D4D-AC9B-C10E3E893E8C}" destId="{301FF272-D30F-1143-BF62-31E16F66A795}" srcOrd="0" destOrd="0" presId="urn:microsoft.com/office/officeart/2005/8/layout/orgChart1"/>
    <dgm:cxn modelId="{29567830-B4B1-1A4D-B68C-CDCB8E3F4A5D}" srcId="{EE621C62-7830-CD42-8DD0-59B3980C63A7}" destId="{ACF22522-8B95-3F4E-B3A3-B0A2ED259E5D}" srcOrd="0" destOrd="0" parTransId="{AC37794C-610F-1A4D-BB98-30D8E24CF56C}" sibTransId="{EFFE04D7-EE8D-DF4D-81BD-F47212EA9A24}"/>
    <dgm:cxn modelId="{8E94CC34-B6C0-4ECC-B2FA-2D41DED5C5CC}" srcId="{62693056-0B0D-4626-992C-051F2E792B18}" destId="{A211AE1B-2D58-430E-81A9-7470B99FFD08}" srcOrd="1" destOrd="0" parTransId="{BFB00E75-F2D1-4CB4-B8D1-919071F74C94}" sibTransId="{6A3B6749-EA12-4BAD-B846-9950C88DD2D0}"/>
    <dgm:cxn modelId="{AE5BCC37-E6D7-CC4A-AEBD-28D2A140C671}" type="presOf" srcId="{B9EA2C34-9098-4F48-8E8F-4527425EE39B}" destId="{2578F779-FAB5-8B44-93D9-C6AC16408740}" srcOrd="0" destOrd="0" presId="urn:microsoft.com/office/officeart/2005/8/layout/orgChart1"/>
    <dgm:cxn modelId="{74E7F73A-1EB5-C44B-AC31-7104460021AF}" srcId="{C4CA07C3-E713-4CD5-8BC0-C3536C8A44AA}" destId="{A6A6FE75-E1FF-1B4C-8955-8CBCB4DA373A}" srcOrd="1" destOrd="0" parTransId="{5CC4931B-45BB-D440-9303-76C254DB329E}" sibTransId="{67D61FBD-944C-DA46-931F-31B2A18F7CDE}"/>
    <dgm:cxn modelId="{A7D5613C-366C-424C-AB92-59CBB244D507}" srcId="{2D501A6C-CB1C-42AF-A2B4-95A7ADFD6EB8}" destId="{62693056-0B0D-4626-992C-051F2E792B18}" srcOrd="1" destOrd="0" parTransId="{ED448E46-0EEB-443E-8BA7-D1038693D95C}" sibTransId="{8DEAB065-FB29-4E96-9A29-52D8AF714414}"/>
    <dgm:cxn modelId="{E953F53E-A98B-E149-904D-1964EAE35D55}" type="presOf" srcId="{36E3B70A-2B3C-4CB6-8258-F783A8D947BE}" destId="{3FA724CB-FA85-C041-90F6-F21F187D8D25}" srcOrd="1" destOrd="0" presId="urn:microsoft.com/office/officeart/2005/8/layout/orgChart1"/>
    <dgm:cxn modelId="{BBEA0841-5FA7-CD46-8444-5C72492EF97D}" srcId="{62693056-0B0D-4626-992C-051F2E792B18}" destId="{B9EA2C34-9098-4F48-8E8F-4527425EE39B}" srcOrd="0" destOrd="0" parTransId="{0E9F5A01-C067-3249-B009-5858137D5D51}" sibTransId="{E05EBD69-8FCB-9E41-832F-EF3113C0F476}"/>
    <dgm:cxn modelId="{591EB241-48C7-F14E-B197-B275CF63D13B}" srcId="{4935635D-6290-E342-AC42-7EB96C103085}" destId="{4C2E48C8-806B-564D-AAE0-13CE2843B399}" srcOrd="0" destOrd="0" parTransId="{76465EB5-71E2-2E48-B345-3D15874D6857}" sibTransId="{ABDE7D2B-FBAC-0748-9B98-21B3F38281FF}"/>
    <dgm:cxn modelId="{7E4F6843-C560-0B4B-ADC9-28CAF1273AFE}" type="presOf" srcId="{5464455F-FE27-4E2B-B770-7475AE342F46}" destId="{C29CD82A-8216-D444-9304-4DB6E3BCAB62}" srcOrd="0" destOrd="0" presId="urn:microsoft.com/office/officeart/2005/8/layout/orgChart1"/>
    <dgm:cxn modelId="{08BAAB45-8233-8D4C-A59A-66A1624EB53F}" type="presOf" srcId="{CF9B5626-7FB7-4F12-A803-E460767C759A}" destId="{71FCAA71-8F9A-5443-99E0-45681F12A166}" srcOrd="0" destOrd="0" presId="urn:microsoft.com/office/officeart/2005/8/layout/orgChart1"/>
    <dgm:cxn modelId="{5868AF46-325A-324E-AB1E-CB56F480EB72}" type="presOf" srcId="{A211AE1B-2D58-430E-81A9-7470B99FFD08}" destId="{A92EA732-BA46-CF4F-BAF8-0C6E174FAF2B}" srcOrd="1" destOrd="0" presId="urn:microsoft.com/office/officeart/2005/8/layout/orgChart1"/>
    <dgm:cxn modelId="{F74C3B4D-1707-AB42-916F-0D3747120E4C}" type="presOf" srcId="{EC5B6BA5-8B27-48D1-BC34-DC94FCB181D7}" destId="{F43CC801-AB59-9045-84DB-C16AB16BF0BD}" srcOrd="1" destOrd="0" presId="urn:microsoft.com/office/officeart/2005/8/layout/orgChart1"/>
    <dgm:cxn modelId="{00FCC450-31E6-904F-A371-525B497BEC94}" type="presOf" srcId="{F43D0201-B687-FF43-A49A-67C37EC0DF60}" destId="{1F9F832F-A38F-EC48-AE57-2D12671945EF}" srcOrd="1" destOrd="0" presId="urn:microsoft.com/office/officeart/2005/8/layout/orgChart1"/>
    <dgm:cxn modelId="{3D4CA752-CB0C-B843-8E02-D0E344911F7C}" type="presOf" srcId="{8922629C-2A74-0E42-9F06-5C62E9D0C323}" destId="{8D70B1C5-7D24-2048-8E67-0768EC25A133}" srcOrd="1" destOrd="0" presId="urn:microsoft.com/office/officeart/2005/8/layout/orgChart1"/>
    <dgm:cxn modelId="{6AA41B55-FB4A-C248-AC25-5DF36729E149}" type="presOf" srcId="{184A1767-DA0B-466E-A9D1-FB42AE272BD1}" destId="{E0B7DABE-E271-4945-8E38-666E522274B6}" srcOrd="0" destOrd="0" presId="urn:microsoft.com/office/officeart/2005/8/layout/orgChart1"/>
    <dgm:cxn modelId="{6FA2A755-6AF7-2E49-AAA3-572154F5679E}" srcId="{4935635D-6290-E342-AC42-7EB96C103085}" destId="{1E4A938C-2DB0-2748-9958-FD6F547A29A9}" srcOrd="1" destOrd="0" parTransId="{E6A8756B-2033-414F-A46C-D2A5DE2D46EF}" sibTransId="{03728E2D-501E-674E-99C8-2C6475C35BBB}"/>
    <dgm:cxn modelId="{958D9156-E0D0-5342-8623-B2A77F67BF6F}" type="presOf" srcId="{0ACAFAE2-734D-4E92-8B74-50F530A39721}" destId="{83B3AF30-52BD-3341-B9FB-2EA7FF54F841}" srcOrd="0" destOrd="0" presId="urn:microsoft.com/office/officeart/2005/8/layout/orgChart1"/>
    <dgm:cxn modelId="{B130A156-E2A7-4B36-9A4D-CF13A67D9BA1}" srcId="{C4CA07C3-E713-4CD5-8BC0-C3536C8A44AA}" destId="{D69A1BCA-7F2E-4B66-AD87-7F8F5F0E7127}" srcOrd="0" destOrd="0" parTransId="{829EEEF6-E0FC-4E2A-B21E-EE176E5A1308}" sibTransId="{438237A3-3033-4761-A96A-C29437511893}"/>
    <dgm:cxn modelId="{0515C656-26A1-3345-9E4F-5C28BF72CD84}" type="presOf" srcId="{BFB3E3CB-6E46-B34C-AF50-4957D7A2EEC2}" destId="{808598FA-2945-914B-9489-5848F78403E8}" srcOrd="1" destOrd="0" presId="urn:microsoft.com/office/officeart/2005/8/layout/orgChart1"/>
    <dgm:cxn modelId="{F686275E-47E9-486E-BB8E-F02C14C06A5D}" srcId="{2D501A6C-CB1C-42AF-A2B4-95A7ADFD6EB8}" destId="{5464455F-FE27-4E2B-B770-7475AE342F46}" srcOrd="0" destOrd="0" parTransId="{1DB38FF9-3325-4F16-A9E6-F84CAFC8FF0F}" sibTransId="{CB17FA13-D2CE-4421-AB75-8AED2E20FEAB}"/>
    <dgm:cxn modelId="{7AEA2D60-48C5-9646-B1FB-4961E81537B7}" srcId="{009318C8-8591-4C1B-891A-490442B47FAF}" destId="{BFB3E3CB-6E46-B34C-AF50-4957D7A2EEC2}" srcOrd="1" destOrd="0" parTransId="{A275C1EF-E326-DD4B-91D4-C8F9A7FE4F69}" sibTransId="{C64E5DA0-8935-644B-8A4B-5A3F7AABA65B}"/>
    <dgm:cxn modelId="{661A8D60-3C9F-B244-890A-C1A71989B3A1}" type="presOf" srcId="{1DB38FF9-3325-4F16-A9E6-F84CAFC8FF0F}" destId="{1E2082C0-E954-8C4C-8061-3D385F4D940E}" srcOrd="0" destOrd="0" presId="urn:microsoft.com/office/officeart/2005/8/layout/orgChart1"/>
    <dgm:cxn modelId="{9D902A65-56EF-FD49-BF93-F6ACA45BE93F}" type="presOf" srcId="{497C3AA2-0F19-BA44-A374-896537004B60}" destId="{7497A62F-FD13-F04A-9621-089991D40B76}" srcOrd="0" destOrd="0" presId="urn:microsoft.com/office/officeart/2005/8/layout/orgChart1"/>
    <dgm:cxn modelId="{BA99E86C-5293-3248-A905-10B02FC20EA6}" srcId="{0ACAFAE2-734D-4E92-8B74-50F530A39721}" destId="{8922629C-2A74-0E42-9F06-5C62E9D0C323}" srcOrd="1" destOrd="0" parTransId="{990910F0-32F2-D04D-A069-4C270329DD8D}" sibTransId="{0EBB1C4F-59D4-3442-95DB-5213C0B5500F}"/>
    <dgm:cxn modelId="{F890316D-C1CC-724E-BA27-1F9F9C5CC251}" type="presOf" srcId="{A211AE1B-2D58-430E-81A9-7470B99FFD08}" destId="{A7470FA1-9AA6-7E43-9115-36CAF99B2821}" srcOrd="0" destOrd="0" presId="urn:microsoft.com/office/officeart/2005/8/layout/orgChart1"/>
    <dgm:cxn modelId="{505FDD6E-8728-7949-8678-6D4432E75828}" type="presOf" srcId="{F43D0201-B687-FF43-A49A-67C37EC0DF60}" destId="{7B8801EC-3298-644D-A422-9902F2C5F0B6}" srcOrd="0" destOrd="0" presId="urn:microsoft.com/office/officeart/2005/8/layout/orgChart1"/>
    <dgm:cxn modelId="{92342270-BB4A-5446-945B-E596A1D1DC04}" type="presOf" srcId="{C4CA07C3-E713-4CD5-8BC0-C3536C8A44AA}" destId="{644DB54E-1A93-004B-989F-DC3BC3F05EEB}" srcOrd="0" destOrd="0" presId="urn:microsoft.com/office/officeart/2005/8/layout/orgChart1"/>
    <dgm:cxn modelId="{FF272971-C2B3-5B46-BF3E-02BE964E8D37}" type="presOf" srcId="{6F7380B4-8030-6547-B9D5-60D3EF38E7DD}" destId="{812352A6-8751-0B4E-8BAD-F2AEF127254C}" srcOrd="0" destOrd="0" presId="urn:microsoft.com/office/officeart/2005/8/layout/orgChart1"/>
    <dgm:cxn modelId="{2CCBDF76-BE04-4ED9-BBA9-B83BE4A91E9E}" srcId="{AC7B98EA-B026-4F08-8052-EC037FB5D742}" destId="{0ACAFAE2-734D-4E92-8B74-50F530A39721}" srcOrd="1" destOrd="0" parTransId="{57E80165-04C5-4256-8733-48B3E2C07CCD}" sibTransId="{FBC27EE3-E2ED-4AE4-ADF7-39D552873CFB}"/>
    <dgm:cxn modelId="{DFEFEE77-F619-3A49-957E-C6329CD542B8}" type="presOf" srcId="{E19E024F-CBA0-486F-8154-B476C77F0020}" destId="{7671E05A-E47B-A64E-9F5C-47A48BE7CB51}" srcOrd="0" destOrd="0" presId="urn:microsoft.com/office/officeart/2005/8/layout/orgChart1"/>
    <dgm:cxn modelId="{EE2C437C-C0C6-0544-A12B-615440639613}" srcId="{009318C8-8591-4C1B-891A-490442B47FAF}" destId="{2E370517-0044-0D4D-AC9B-C10E3E893E8C}" srcOrd="2" destOrd="0" parTransId="{4C902AF0-9724-FB43-AF02-83F72AFD77F4}" sibTransId="{8F7579AB-86A8-874C-B7AE-FD4AEA687FE2}"/>
    <dgm:cxn modelId="{2BD49E7C-C57A-D241-81A4-CAC754D99954}" type="presOf" srcId="{09B9DFFC-AD60-3044-9FD9-C0659AC59F31}" destId="{C2F60AA4-8344-A143-BB21-7E8DCBB71078}" srcOrd="0" destOrd="0" presId="urn:microsoft.com/office/officeart/2005/8/layout/orgChart1"/>
    <dgm:cxn modelId="{1A16737E-2DC4-A446-9D6B-A8D266210DC0}" type="presOf" srcId="{0D0B9606-216B-5446-AE86-D2987E861FB7}" destId="{218B073C-E368-6246-A09D-48FAF13C9ACD}" srcOrd="0" destOrd="0" presId="urn:microsoft.com/office/officeart/2005/8/layout/orgChart1"/>
    <dgm:cxn modelId="{67F5697F-97BD-9F4A-B7D5-F1CF2A3E3148}" type="presOf" srcId="{D239731A-BDEE-7F43-96AE-E3549FEE0371}" destId="{1733DA29-CE77-2A4D-A7A8-03D0F7F098C0}" srcOrd="0" destOrd="0" presId="urn:microsoft.com/office/officeart/2005/8/layout/orgChart1"/>
    <dgm:cxn modelId="{E03FD783-1B40-7D4E-BA57-2BC27C878B4F}" srcId="{EE621C62-7830-CD42-8DD0-59B3980C63A7}" destId="{497C3AA2-0F19-BA44-A374-896537004B60}" srcOrd="1" destOrd="0" parTransId="{2615615F-FA80-544D-9585-1FAD772D2F99}" sibTransId="{076B85A1-C062-5B4C-90C7-CB4232304896}"/>
    <dgm:cxn modelId="{1D560388-1AA1-6641-BC8D-D75773669D22}" type="presOf" srcId="{E71581E7-1A9A-4849-9E5F-E42921DB1FCF}" destId="{F6A5074C-1B89-E441-80A3-FBCD880CD4D2}" srcOrd="0" destOrd="0" presId="urn:microsoft.com/office/officeart/2005/8/layout/orgChart1"/>
    <dgm:cxn modelId="{4DEAD088-E3A5-D448-BB94-4F839A0BB434}" type="presOf" srcId="{A6A6FE75-E1FF-1B4C-8955-8CBCB4DA373A}" destId="{061779B3-AC19-2F4E-AACC-DEC66900AB17}" srcOrd="1" destOrd="0" presId="urn:microsoft.com/office/officeart/2005/8/layout/orgChart1"/>
    <dgm:cxn modelId="{C0DE4E8C-F7C9-F74E-AD9A-FF73A1CDD593}" type="presOf" srcId="{62693056-0B0D-4626-992C-051F2E792B18}" destId="{7E35BEC2-BC72-F246-9F00-4783AA875718}" srcOrd="1" destOrd="0" presId="urn:microsoft.com/office/officeart/2005/8/layout/orgChart1"/>
    <dgm:cxn modelId="{988D0C8D-7B5B-834F-B308-3204DA40B215}" type="presOf" srcId="{ACF22522-8B95-3F4E-B3A3-B0A2ED259E5D}" destId="{D160160A-5629-9443-BB2D-43E0FE9E1558}" srcOrd="0" destOrd="0" presId="urn:microsoft.com/office/officeart/2005/8/layout/orgChart1"/>
    <dgm:cxn modelId="{A921698D-2FE7-7A49-B98E-BC93819E8A1C}" type="presOf" srcId="{2EF0AAD6-7F59-4A6B-A71D-0B0DF363F5B2}" destId="{BB6B139C-7F39-2D4E-B049-73CA256D1207}" srcOrd="0" destOrd="0" presId="urn:microsoft.com/office/officeart/2005/8/layout/orgChart1"/>
    <dgm:cxn modelId="{FF82C08F-456F-934E-80AC-115637D81739}" type="presOf" srcId="{76465EB5-71E2-2E48-B345-3D15874D6857}" destId="{D373B8E2-ECD2-9A43-B577-A2330E3D9DD7}" srcOrd="0" destOrd="0" presId="urn:microsoft.com/office/officeart/2005/8/layout/orgChart1"/>
    <dgm:cxn modelId="{A5685390-0995-B14B-B91F-96596961A618}" type="presOf" srcId="{0ACAFAE2-734D-4E92-8B74-50F530A39721}" destId="{0F87FD0F-E553-4E4B-A489-F8CB41C8F0CB}" srcOrd="1" destOrd="0" presId="urn:microsoft.com/office/officeart/2005/8/layout/orgChart1"/>
    <dgm:cxn modelId="{EA00D492-2275-A84F-A7F0-7D797D96C3EC}" type="presOf" srcId="{FF552E09-0F44-3441-9339-C8578B42A6A6}" destId="{B3F4AA87-7E40-5945-A252-33702E9DDFEB}" srcOrd="0" destOrd="0" presId="urn:microsoft.com/office/officeart/2005/8/layout/orgChart1"/>
    <dgm:cxn modelId="{ED6A0097-B0CD-B545-ADDC-FF3860AFFCEA}" type="presOf" srcId="{2B44075C-9869-9649-895C-4FEB676067CB}" destId="{52F5984A-40F7-914F-840A-7FF63DA2DD2C}" srcOrd="1" destOrd="0" presId="urn:microsoft.com/office/officeart/2005/8/layout/orgChart1"/>
    <dgm:cxn modelId="{371C5A98-5916-48DA-8EBC-F70B9D64843C}" srcId="{E19E024F-CBA0-486F-8154-B476C77F0020}" destId="{C4CA07C3-E713-4CD5-8BC0-C3536C8A44AA}" srcOrd="1" destOrd="0" parTransId="{2EF0AAD6-7F59-4A6B-A71D-0B0DF363F5B2}" sibTransId="{E6A619D5-1A07-4FD0-B648-B441F5CE4731}"/>
    <dgm:cxn modelId="{805CC498-4A9F-9648-9CFB-66DD0AD7BD87}" srcId="{36E3B70A-2B3C-4CB6-8258-F783A8D947BE}" destId="{EE621C62-7830-CD42-8DD0-59B3980C63A7}" srcOrd="3" destOrd="0" parTransId="{0D0B9606-216B-5446-AE86-D2987E861FB7}" sibTransId="{386DD2F6-F550-074C-87FF-D10AB0ACCB06}"/>
    <dgm:cxn modelId="{FE6B4699-4F2F-4D40-84A9-00994D9AB760}" srcId="{5464455F-FE27-4E2B-B770-7475AE342F46}" destId="{944D8054-A2B7-4299-B693-A3F41E66066D}" srcOrd="0" destOrd="0" parTransId="{9A27FA61-BD83-43D4-A894-AE1B5F6799DC}" sibTransId="{F96B9A4F-6160-4779-A99D-6740BC85ABD3}"/>
    <dgm:cxn modelId="{AA3A0B9A-2C4A-4AB8-9BD6-800500537C53}" srcId="{576060C9-4F9C-4633-A8C3-6F32FC224519}" destId="{36E3B70A-2B3C-4CB6-8258-F783A8D947BE}" srcOrd="0" destOrd="0" parTransId="{A152F6D8-1644-44AB-B4CE-1C4D046D5A4A}" sibTransId="{77F130DE-2F9F-4FDB-AE03-611F0BF8CB81}"/>
    <dgm:cxn modelId="{BD8A859A-1AE0-E44E-9C13-91F25F0C8583}" type="presOf" srcId="{4C2E48C8-806B-564D-AAE0-13CE2843B399}" destId="{A0732908-3BA0-C94C-832F-DBBA820143D3}" srcOrd="0" destOrd="0" presId="urn:microsoft.com/office/officeart/2005/8/layout/orgChart1"/>
    <dgm:cxn modelId="{C68BF99A-92CF-864E-AFB5-A579BF61BF6C}" type="presOf" srcId="{4935635D-6290-E342-AC42-7EB96C103085}" destId="{38088F40-3AE0-2F4C-A428-5EE8ADE5BAE2}" srcOrd="1" destOrd="0" presId="urn:microsoft.com/office/officeart/2005/8/layout/orgChart1"/>
    <dgm:cxn modelId="{E6B7359D-08AF-F743-B7D7-567F6E5BCBD2}" type="presOf" srcId="{2D501A6C-CB1C-42AF-A2B4-95A7ADFD6EB8}" destId="{A97494B6-4821-FF4E-92C2-60AD730C1C26}" srcOrd="0" destOrd="0" presId="urn:microsoft.com/office/officeart/2005/8/layout/orgChart1"/>
    <dgm:cxn modelId="{FAC7D99F-3FDF-FA4F-8E76-FD526ADE8C2C}" type="presOf" srcId="{009318C8-8591-4C1B-891A-490442B47FAF}" destId="{D459F244-9349-2248-AFF9-3E2DD2892726}" srcOrd="1" destOrd="0" presId="urn:microsoft.com/office/officeart/2005/8/layout/orgChart1"/>
    <dgm:cxn modelId="{4624DA9F-6056-0746-A188-26EAE737A80E}" type="presOf" srcId="{9A27FA61-BD83-43D4-A894-AE1B5F6799DC}" destId="{5B8C2CFE-13DC-2944-AEF2-9B52EE3FA9BB}" srcOrd="0" destOrd="0" presId="urn:microsoft.com/office/officeart/2005/8/layout/orgChart1"/>
    <dgm:cxn modelId="{64450CA1-D450-494E-B2F4-5104E73D38DB}" type="presOf" srcId="{57E80165-04C5-4256-8733-48B3E2C07CCD}" destId="{40782FC9-95FD-7647-9872-7C8EB6489205}" srcOrd="0" destOrd="0" presId="urn:microsoft.com/office/officeart/2005/8/layout/orgChart1"/>
    <dgm:cxn modelId="{5E7277A2-565F-5F47-B329-9DB6DA7BD60D}" type="presOf" srcId="{62693056-0B0D-4626-992C-051F2E792B18}" destId="{DD39B391-CCCA-A744-8060-266E0D895F78}" srcOrd="0" destOrd="0" presId="urn:microsoft.com/office/officeart/2005/8/layout/orgChart1"/>
    <dgm:cxn modelId="{DC4D6DA3-FB3D-4A9F-B195-F023A46EBCFF}" srcId="{36E3B70A-2B3C-4CB6-8258-F783A8D947BE}" destId="{E19E024F-CBA0-486F-8154-B476C77F0020}" srcOrd="1" destOrd="0" parTransId="{2905B16C-77D4-4CB9-8BFC-781286174F38}" sibTransId="{ADDD845D-4CD4-4B3F-AB2B-4E39F9B0BFA6}"/>
    <dgm:cxn modelId="{2E73AEA3-15B8-BB46-B576-77B801F6BBF1}" srcId="{36E3B70A-2B3C-4CB6-8258-F783A8D947BE}" destId="{4935635D-6290-E342-AC42-7EB96C103085}" srcOrd="2" destOrd="0" parTransId="{D90D2432-F9DF-F94C-AB99-D88B6AB1D78A}" sibTransId="{0414414C-D387-4040-A4E7-96E9D721ECA7}"/>
    <dgm:cxn modelId="{9285DDA5-D657-8D46-8F11-9EC6D759D1FF}" type="presOf" srcId="{1E4A938C-2DB0-2748-9958-FD6F547A29A9}" destId="{4FA1A2B5-AA0F-BF40-B272-62C7B82A3222}" srcOrd="1" destOrd="0" presId="urn:microsoft.com/office/officeart/2005/8/layout/orgChart1"/>
    <dgm:cxn modelId="{940AA9A6-6AB0-7540-A09C-147A32E06571}" type="presOf" srcId="{2E370517-0044-0D4D-AC9B-C10E3E893E8C}" destId="{748EC40F-A724-274A-A018-22644BEADC92}" srcOrd="1" destOrd="0" presId="urn:microsoft.com/office/officeart/2005/8/layout/orgChart1"/>
    <dgm:cxn modelId="{7C60FCA8-CC64-984D-A92E-9C44C75F9C04}" type="presOf" srcId="{D87E956D-0547-4128-AFF1-BD73C88E3683}" destId="{95ECFE98-01BA-AC4A-BD87-0CBB29B5B7E4}" srcOrd="0" destOrd="0" presId="urn:microsoft.com/office/officeart/2005/8/layout/orgChart1"/>
    <dgm:cxn modelId="{8E9C57A9-FBD6-994B-933C-6F4A71F21595}" type="presOf" srcId="{AC7B98EA-B026-4F08-8052-EC037FB5D742}" destId="{10F4FA86-D7A7-C54A-9D9E-E784F8BA7F16}" srcOrd="1" destOrd="0" presId="urn:microsoft.com/office/officeart/2005/8/layout/orgChart1"/>
    <dgm:cxn modelId="{585FDFAB-B62A-334D-B94A-BA1BE7BB4228}" type="presOf" srcId="{08677EE6-B6BE-984B-BA81-37C0E9EA8C97}" destId="{BE79A9B2-730F-1E4E-A3F4-D73F4D710E30}" srcOrd="0" destOrd="0" presId="urn:microsoft.com/office/officeart/2005/8/layout/orgChart1"/>
    <dgm:cxn modelId="{3502F1AF-C60D-D442-AEF3-DCB36F4F6AD0}" type="presOf" srcId="{BFB00E75-F2D1-4CB4-B8D1-919071F74C94}" destId="{70BEA50B-A258-1C43-8815-E64EB0D06074}" srcOrd="0" destOrd="0" presId="urn:microsoft.com/office/officeart/2005/8/layout/orgChart1"/>
    <dgm:cxn modelId="{33C4D9B1-1B19-B947-9FAA-207B0AABC0A7}" srcId="{5464455F-FE27-4E2B-B770-7475AE342F46}" destId="{E71581E7-1A9A-4849-9E5F-E42921DB1FCF}" srcOrd="1" destOrd="0" parTransId="{FF552E09-0F44-3441-9339-C8578B42A6A6}" sibTransId="{25FBF000-B7DF-7841-8D60-D753C528BFDD}"/>
    <dgm:cxn modelId="{B5FCD7B2-264E-874C-BB37-D3FC604E0620}" type="presOf" srcId="{D87E956D-0547-4128-AFF1-BD73C88E3683}" destId="{F5E78424-9B42-4548-9B5D-0BC67FE3C5CC}" srcOrd="1" destOrd="0" presId="urn:microsoft.com/office/officeart/2005/8/layout/orgChart1"/>
    <dgm:cxn modelId="{685A3CB5-743E-054B-A9C3-1273A5D51528}" type="presOf" srcId="{5D67576D-0077-174E-8B73-A242ADCA7CCD}" destId="{D1056184-D595-6849-81BB-7535E27F879B}" srcOrd="0" destOrd="0" presId="urn:microsoft.com/office/officeart/2005/8/layout/orgChart1"/>
    <dgm:cxn modelId="{978CF0B5-6F3E-C247-AC73-C82C0DCA6101}" type="presOf" srcId="{2905B16C-77D4-4CB9-8BFC-781286174F38}" destId="{90325F74-CE22-F040-BE81-13FBEFCEA26C}" srcOrd="0" destOrd="0" presId="urn:microsoft.com/office/officeart/2005/8/layout/orgChart1"/>
    <dgm:cxn modelId="{F5654EB7-F869-3B40-BB48-8C115C4F6383}" type="presOf" srcId="{A275C1EF-E326-DD4B-91D4-C8F9A7FE4F69}" destId="{E866C55D-6BC5-1C4A-944B-AF7C3C71002A}" srcOrd="0" destOrd="0" presId="urn:microsoft.com/office/officeart/2005/8/layout/orgChart1"/>
    <dgm:cxn modelId="{0E4545B8-B905-644C-A6FC-CF17C5A3694F}" srcId="{EE621C62-7830-CD42-8DD0-59B3980C63A7}" destId="{2B44075C-9869-9649-895C-4FEB676067CB}" srcOrd="2" destOrd="0" parTransId="{6B13E22C-FE01-0F42-BEA0-F38BD1D3F2D3}" sibTransId="{4F20F63F-B9BA-D942-A133-6F6A3778D9F8}"/>
    <dgm:cxn modelId="{4B6564C1-3DB8-9F4C-A410-D80FAD31E2B5}" type="presOf" srcId="{36E3B70A-2B3C-4CB6-8258-F783A8D947BE}" destId="{C414645C-3E73-7A4B-BC6A-51482C772C71}" srcOrd="0" destOrd="0" presId="urn:microsoft.com/office/officeart/2005/8/layout/orgChart1"/>
    <dgm:cxn modelId="{375C5BC2-247B-5E4A-A4D1-40F947528387}" srcId="{0ACAFAE2-734D-4E92-8B74-50F530A39721}" destId="{08677EE6-B6BE-984B-BA81-37C0E9EA8C97}" srcOrd="0" destOrd="0" parTransId="{3587EC20-1895-B142-A6FB-6FB76B4849A2}" sibTransId="{D3E38798-4C75-D443-8320-CB6F59FF2B86}"/>
    <dgm:cxn modelId="{4483C2C2-4FF4-CF4D-BF82-9245578F0FAA}" type="presOf" srcId="{EC5B6BA5-8B27-48D1-BC34-DC94FCB181D7}" destId="{1FCCF6DF-B9D6-7F43-860C-B6C8867A8FD7}" srcOrd="0" destOrd="0" presId="urn:microsoft.com/office/officeart/2005/8/layout/orgChart1"/>
    <dgm:cxn modelId="{B9CADCC3-FDA8-5A4F-85EC-44DF79221B76}" type="presOf" srcId="{944D8054-A2B7-4299-B693-A3F41E66066D}" destId="{BF163D8A-D641-6045-9809-AB6076653F0F}" srcOrd="0" destOrd="0" presId="urn:microsoft.com/office/officeart/2005/8/layout/orgChart1"/>
    <dgm:cxn modelId="{01220CC7-79B5-8244-B131-8B77706AB952}" type="presOf" srcId="{3587EC20-1895-B142-A6FB-6FB76B4849A2}" destId="{B644088D-0F97-274C-A60D-6CDF9307EEBD}" srcOrd="0" destOrd="0" presId="urn:microsoft.com/office/officeart/2005/8/layout/orgChart1"/>
    <dgm:cxn modelId="{37EF61C7-1113-4A72-82CF-CC37FB74EFE7}" srcId="{E19E024F-CBA0-486F-8154-B476C77F0020}" destId="{009318C8-8591-4C1B-891A-490442B47FAF}" srcOrd="0" destOrd="0" parTransId="{5942B258-29FD-4AB2-923C-2F985D439EC7}" sibTransId="{106EE8BD-0836-4913-8CF4-BDFF274B9C5F}"/>
    <dgm:cxn modelId="{D2CB52C8-2BA0-9349-9575-68C142DD5A7F}" type="presOf" srcId="{D69A1BCA-7F2E-4B66-AD87-7F8F5F0E7127}" destId="{46270345-25BD-8A4C-A0B4-0131E4347E9F}" srcOrd="0" destOrd="0" presId="urn:microsoft.com/office/officeart/2005/8/layout/orgChart1"/>
    <dgm:cxn modelId="{665BD4C8-7D54-4E41-A591-DF908161D306}" type="presOf" srcId="{6B13E22C-FE01-0F42-BEA0-F38BD1D3F2D3}" destId="{B279987B-CBE0-E248-8387-68AAB7154F59}" srcOrd="0" destOrd="0" presId="urn:microsoft.com/office/officeart/2005/8/layout/orgChart1"/>
    <dgm:cxn modelId="{1B0941CB-1CE2-C54E-A81A-821AAB02A23A}" type="presOf" srcId="{B9EA2C34-9098-4F48-8E8F-4527425EE39B}" destId="{8EE66F77-54DE-F54B-A1C2-DA490E90DD65}" srcOrd="1" destOrd="0" presId="urn:microsoft.com/office/officeart/2005/8/layout/orgChart1"/>
    <dgm:cxn modelId="{8C80F3CF-8E55-934F-A83A-76974570641B}" type="presOf" srcId="{2D501A6C-CB1C-42AF-A2B4-95A7ADFD6EB8}" destId="{58640CDA-AF43-9643-87D9-B8106327D19C}" srcOrd="1" destOrd="0" presId="urn:microsoft.com/office/officeart/2005/8/layout/orgChart1"/>
    <dgm:cxn modelId="{FD72C1D1-27C7-4EAF-A494-D73D5EB0BEFF}" srcId="{009318C8-8591-4C1B-891A-490442B47FAF}" destId="{D87E956D-0547-4128-AFF1-BD73C88E3683}" srcOrd="0" destOrd="0" parTransId="{96DF1B58-6C96-457F-B9C5-CA7F883CA9C3}" sibTransId="{B3B0C96C-471B-4169-AD62-020428869CE6}"/>
    <dgm:cxn modelId="{EB392DD3-D889-1F49-9F00-0475D89E493A}" type="presOf" srcId="{08677EE6-B6BE-984B-BA81-37C0E9EA8C97}" destId="{551CB20F-0B83-A247-BF5C-B24954869050}" srcOrd="1" destOrd="0" presId="urn:microsoft.com/office/officeart/2005/8/layout/orgChart1"/>
    <dgm:cxn modelId="{246214D7-4232-0242-96F4-28619ADCB82D}" type="presOf" srcId="{0E9F5A01-C067-3249-B009-5858137D5D51}" destId="{4CFAFFB7-EEDF-884F-9B5C-55EEABA6D13F}" srcOrd="0" destOrd="0" presId="urn:microsoft.com/office/officeart/2005/8/layout/orgChart1"/>
    <dgm:cxn modelId="{B519C2D9-69D5-6D46-8C15-7A42DD47C550}" type="presOf" srcId="{E6A8756B-2033-414F-A46C-D2A5DE2D46EF}" destId="{BC9851C5-DF34-584A-84E5-71AF3044B7C6}" srcOrd="0" destOrd="0" presId="urn:microsoft.com/office/officeart/2005/8/layout/orgChart1"/>
    <dgm:cxn modelId="{C50C4EDC-29E8-5D44-8515-576E934A3D63}" srcId="{EC5B6BA5-8B27-48D1-BC34-DC94FCB181D7}" destId="{F43D0201-B687-FF43-A49A-67C37EC0DF60}" srcOrd="0" destOrd="0" parTransId="{BF246693-B9E2-4B4A-9994-BCE2199A2171}" sibTransId="{BFDF3B49-372D-864E-9EE0-7D186FF3FF2F}"/>
    <dgm:cxn modelId="{A18E50DE-B344-9A41-9EE7-19C8A678DF63}" type="presOf" srcId="{1E4A938C-2DB0-2748-9958-FD6F547A29A9}" destId="{3634866C-28D8-DE4D-B4C5-42DE300CFEAA}" srcOrd="0" destOrd="0" presId="urn:microsoft.com/office/officeart/2005/8/layout/orgChart1"/>
    <dgm:cxn modelId="{3E2493DF-B30D-414A-B05C-D9413BE7AF77}" srcId="{36E3B70A-2B3C-4CB6-8258-F783A8D947BE}" destId="{AC7B98EA-B026-4F08-8052-EC037FB5D742}" srcOrd="4" destOrd="0" parTransId="{184A1767-DA0B-466E-A9D1-FB42AE272BD1}" sibTransId="{051A0850-0203-443D-AB2E-9CD76C243A2A}"/>
    <dgm:cxn modelId="{6979ABDF-0FA1-5E45-8F6B-E10D8A797F0D}" type="presOf" srcId="{009318C8-8591-4C1B-891A-490442B47FAF}" destId="{B5513DCF-A491-F849-84F2-A949891208AE}" srcOrd="0" destOrd="0" presId="urn:microsoft.com/office/officeart/2005/8/layout/orgChart1"/>
    <dgm:cxn modelId="{739B7FE0-C511-9A4C-AFBC-968125EAFC63}" type="presOf" srcId="{497C3AA2-0F19-BA44-A374-896537004B60}" destId="{BE821C58-BA34-C845-BFB3-23EDED02E877}" srcOrd="1" destOrd="0" presId="urn:microsoft.com/office/officeart/2005/8/layout/orgChart1"/>
    <dgm:cxn modelId="{73ECF8E0-A605-3049-8819-55C7F16EAAAB}" type="presOf" srcId="{8922629C-2A74-0E42-9F06-5C62E9D0C323}" destId="{A8DF82CC-CD72-3545-A9D9-E3B12D76A333}" srcOrd="0" destOrd="0" presId="urn:microsoft.com/office/officeart/2005/8/layout/orgChart1"/>
    <dgm:cxn modelId="{5AB57EE1-DA01-DC4F-8123-2ADD555FC6F2}" type="presOf" srcId="{829EEEF6-E0FC-4E2A-B21E-EE176E5A1308}" destId="{9AFE8BE3-4FD0-7543-80F7-2CBD6103E4E8}" srcOrd="0" destOrd="0" presId="urn:microsoft.com/office/officeart/2005/8/layout/orgChart1"/>
    <dgm:cxn modelId="{7B57F5E3-9B48-E741-AEFA-FC6BAC5ED994}" type="presOf" srcId="{D239731A-BDEE-7F43-96AE-E3549FEE0371}" destId="{4370EDCE-CEB9-AE46-B236-782A905E3C0D}" srcOrd="1" destOrd="0" presId="urn:microsoft.com/office/officeart/2005/8/layout/orgChart1"/>
    <dgm:cxn modelId="{7DB208E7-D7EE-6A48-BED8-98636CE439D7}" type="presOf" srcId="{BF246693-B9E2-4B4A-9994-BCE2199A2171}" destId="{5BE098D7-5DB7-EC4F-8E76-88B8AFFB95A0}" srcOrd="0" destOrd="0" presId="urn:microsoft.com/office/officeart/2005/8/layout/orgChart1"/>
    <dgm:cxn modelId="{FC3714E7-9344-BA46-B646-F52C1F75B1DA}" type="presOf" srcId="{2B44075C-9869-9649-895C-4FEB676067CB}" destId="{932FEB80-CD14-EA45-8DD5-BB684E9F6006}" srcOrd="0" destOrd="0" presId="urn:microsoft.com/office/officeart/2005/8/layout/orgChart1"/>
    <dgm:cxn modelId="{6B825DE8-9A34-C945-A411-F071ADEDA6D5}" type="presOf" srcId="{E71581E7-1A9A-4849-9E5F-E42921DB1FCF}" destId="{DC33316D-C8A8-B844-96D5-0145EAEDB878}" srcOrd="1" destOrd="0" presId="urn:microsoft.com/office/officeart/2005/8/layout/orgChart1"/>
    <dgm:cxn modelId="{CF8172E8-AC96-A947-941D-ECCEEE78349C}" type="presOf" srcId="{96DF1B58-6C96-457F-B9C5-CA7F883CA9C3}" destId="{EB04EAA1-0A96-094C-BDE3-5DFF746E982A}" srcOrd="0" destOrd="0" presId="urn:microsoft.com/office/officeart/2005/8/layout/orgChart1"/>
    <dgm:cxn modelId="{0D50A9EB-F4D5-1F4D-893A-AC24B13A5DA8}" type="presOf" srcId="{AC7B98EA-B026-4F08-8052-EC037FB5D742}" destId="{FAB7ED0E-4239-E745-BA55-B581D852E1A8}" srcOrd="0" destOrd="0" presId="urn:microsoft.com/office/officeart/2005/8/layout/orgChart1"/>
    <dgm:cxn modelId="{F1EB23F1-6219-2246-A4FF-1F98B2601795}" type="presOf" srcId="{A6A6FE75-E1FF-1B4C-8955-8CBCB4DA373A}" destId="{4364C513-2076-064C-929B-07B08D33FC03}" srcOrd="0" destOrd="0" presId="urn:microsoft.com/office/officeart/2005/8/layout/orgChart1"/>
    <dgm:cxn modelId="{056382F1-26A4-9E4E-A5A1-5F1C9F68B716}" type="presOf" srcId="{AC37794C-610F-1A4D-BB98-30D8E24CF56C}" destId="{51B3E03D-0B41-CC4A-A799-BFE272F6B2C4}" srcOrd="0" destOrd="0" presId="urn:microsoft.com/office/officeart/2005/8/layout/orgChart1"/>
    <dgm:cxn modelId="{B23C57F2-72AB-0348-B049-3CA0DB99AAA8}" type="presOf" srcId="{BFB3E3CB-6E46-B34C-AF50-4957D7A2EEC2}" destId="{D2770A83-E9EF-6941-861E-68D3D5F82C8F}" srcOrd="0" destOrd="0" presId="urn:microsoft.com/office/officeart/2005/8/layout/orgChart1"/>
    <dgm:cxn modelId="{40E998F5-55ED-0846-BAF0-D9DE26AE65AA}" type="presOf" srcId="{D69A1BCA-7F2E-4B66-AD87-7F8F5F0E7127}" destId="{B6AF241F-FB69-AD4F-AA87-C95CB4C0AD1A}" srcOrd="1" destOrd="0" presId="urn:microsoft.com/office/officeart/2005/8/layout/orgChart1"/>
    <dgm:cxn modelId="{B4F425F6-254C-5B4F-A2F8-C0B98C092232}" type="presOf" srcId="{4C2E48C8-806B-564D-AAE0-13CE2843B399}" destId="{D27066D6-77A0-3447-B829-FBAABE34C9C5}" srcOrd="1" destOrd="0" presId="urn:microsoft.com/office/officeart/2005/8/layout/orgChart1"/>
    <dgm:cxn modelId="{E59733F8-FF1F-4C43-B9DF-EB717141DA88}" srcId="{EC5B6BA5-8B27-48D1-BC34-DC94FCB181D7}" destId="{D239731A-BDEE-7F43-96AE-E3549FEE0371}" srcOrd="1" destOrd="0" parTransId="{6F7380B4-8030-6547-B9D5-60D3EF38E7DD}" sibTransId="{D871FEE3-C444-9F47-9525-851D5B863B1E}"/>
    <dgm:cxn modelId="{5F0D50FB-BC5D-C342-8A77-88B4AAB3BCA6}" type="presOf" srcId="{990910F0-32F2-D04D-A069-4C270329DD8D}" destId="{15BF6C30-4208-8145-B234-DF576B089838}" srcOrd="0" destOrd="0" presId="urn:microsoft.com/office/officeart/2005/8/layout/orgChart1"/>
    <dgm:cxn modelId="{66757EFB-A566-E642-BE64-E7CA451A9E16}" type="presOf" srcId="{5464455F-FE27-4E2B-B770-7475AE342F46}" destId="{20E54171-748B-EF44-B5DC-F39B2DEFD887}" srcOrd="1" destOrd="0" presId="urn:microsoft.com/office/officeart/2005/8/layout/orgChart1"/>
    <dgm:cxn modelId="{562CD0FB-ABC6-5746-B966-4F8AEC972045}" type="presOf" srcId="{EE621C62-7830-CD42-8DD0-59B3980C63A7}" destId="{2142EDD2-8433-5C47-819D-AEDDA1371E01}" srcOrd="0" destOrd="0" presId="urn:microsoft.com/office/officeart/2005/8/layout/orgChart1"/>
    <dgm:cxn modelId="{BBCFBFFE-EE6A-5E4A-8522-29DC71F7F12F}" type="presOf" srcId="{ED448E46-0EEB-443E-8BA7-D1038693D95C}" destId="{6FE452BB-E1EC-A948-9233-57015D6AA7C6}" srcOrd="0" destOrd="0" presId="urn:microsoft.com/office/officeart/2005/8/layout/orgChart1"/>
    <dgm:cxn modelId="{478BB9FF-9D68-1D46-BC12-71558C1AE94E}" type="presOf" srcId="{ACF22522-8B95-3F4E-B3A3-B0A2ED259E5D}" destId="{7CF9B842-00B4-DE4E-9E8B-0E50EB2F9FF1}" srcOrd="1" destOrd="0" presId="urn:microsoft.com/office/officeart/2005/8/layout/orgChart1"/>
    <dgm:cxn modelId="{0531ECDA-3BFB-584F-9887-A752DCBF51EA}" type="presParOf" srcId="{CA21D39F-81E9-CD4A-BA42-933F4D8D31DC}" destId="{0FFE0466-9DCE-EC45-B9F1-A2A9865F367B}" srcOrd="0" destOrd="0" presId="urn:microsoft.com/office/officeart/2005/8/layout/orgChart1"/>
    <dgm:cxn modelId="{EB6DDDDC-B94D-9742-BB66-B528F3200B46}" type="presParOf" srcId="{0FFE0466-9DCE-EC45-B9F1-A2A9865F367B}" destId="{143C2542-E98D-4E48-ADF1-002DB19F2FCE}" srcOrd="0" destOrd="0" presId="urn:microsoft.com/office/officeart/2005/8/layout/orgChart1"/>
    <dgm:cxn modelId="{081BF7E9-DACE-E940-AF1E-FE0C3EAF721C}" type="presParOf" srcId="{143C2542-E98D-4E48-ADF1-002DB19F2FCE}" destId="{C414645C-3E73-7A4B-BC6A-51482C772C71}" srcOrd="0" destOrd="0" presId="urn:microsoft.com/office/officeart/2005/8/layout/orgChart1"/>
    <dgm:cxn modelId="{016D58DE-26CF-7A42-9381-E8B0443ED357}" type="presParOf" srcId="{143C2542-E98D-4E48-ADF1-002DB19F2FCE}" destId="{3FA724CB-FA85-C041-90F6-F21F187D8D25}" srcOrd="1" destOrd="0" presId="urn:microsoft.com/office/officeart/2005/8/layout/orgChart1"/>
    <dgm:cxn modelId="{E2DEFC82-E1E2-7F46-9EF4-AD46B039C04F}" type="presParOf" srcId="{0FFE0466-9DCE-EC45-B9F1-A2A9865F367B}" destId="{1A83CBE2-776C-EB46-B248-EA5FE1D758D0}" srcOrd="1" destOrd="0" presId="urn:microsoft.com/office/officeart/2005/8/layout/orgChart1"/>
    <dgm:cxn modelId="{BD949D84-1A44-314E-A89F-288F4B4D2583}" type="presParOf" srcId="{1A83CBE2-776C-EB46-B248-EA5FE1D758D0}" destId="{E4EB2FF3-B4B7-A642-B1FD-D14ACD61D714}" srcOrd="0" destOrd="0" presId="urn:microsoft.com/office/officeart/2005/8/layout/orgChart1"/>
    <dgm:cxn modelId="{63CA9FC1-6BE9-EB4A-B057-AE7896AD0D09}" type="presParOf" srcId="{1A83CBE2-776C-EB46-B248-EA5FE1D758D0}" destId="{8211498D-3D97-4C45-9AF5-51EB5FDBD4C5}" srcOrd="1" destOrd="0" presId="urn:microsoft.com/office/officeart/2005/8/layout/orgChart1"/>
    <dgm:cxn modelId="{171B304C-B2B9-F947-8AE1-B33301A637AC}" type="presParOf" srcId="{8211498D-3D97-4C45-9AF5-51EB5FDBD4C5}" destId="{9F7D29D4-BE82-EB4C-A7F8-CDB5CC799D8C}" srcOrd="0" destOrd="0" presId="urn:microsoft.com/office/officeart/2005/8/layout/orgChart1"/>
    <dgm:cxn modelId="{9D8A2EAB-4EE8-364D-A515-3AD57FA98886}" type="presParOf" srcId="{9F7D29D4-BE82-EB4C-A7F8-CDB5CC799D8C}" destId="{A97494B6-4821-FF4E-92C2-60AD730C1C26}" srcOrd="0" destOrd="0" presId="urn:microsoft.com/office/officeart/2005/8/layout/orgChart1"/>
    <dgm:cxn modelId="{1BCEA42E-4C7E-4E4F-8CF0-DDD275AA1009}" type="presParOf" srcId="{9F7D29D4-BE82-EB4C-A7F8-CDB5CC799D8C}" destId="{58640CDA-AF43-9643-87D9-B8106327D19C}" srcOrd="1" destOrd="0" presId="urn:microsoft.com/office/officeart/2005/8/layout/orgChart1"/>
    <dgm:cxn modelId="{A6EB64CF-CF1E-DA45-9FEB-A6D0FCD955E0}" type="presParOf" srcId="{8211498D-3D97-4C45-9AF5-51EB5FDBD4C5}" destId="{C0F0C688-CB09-4444-B3A7-2083CA3905C5}" srcOrd="1" destOrd="0" presId="urn:microsoft.com/office/officeart/2005/8/layout/orgChart1"/>
    <dgm:cxn modelId="{1968BD15-60A9-7B42-B47A-D02762B67C3F}" type="presParOf" srcId="{C0F0C688-CB09-4444-B3A7-2083CA3905C5}" destId="{1E2082C0-E954-8C4C-8061-3D385F4D940E}" srcOrd="0" destOrd="0" presId="urn:microsoft.com/office/officeart/2005/8/layout/orgChart1"/>
    <dgm:cxn modelId="{D38EED79-7E69-F34B-8F22-51174065B7AC}" type="presParOf" srcId="{C0F0C688-CB09-4444-B3A7-2083CA3905C5}" destId="{BF0E27FF-34DC-B441-89A2-8EEBA997C0FB}" srcOrd="1" destOrd="0" presId="urn:microsoft.com/office/officeart/2005/8/layout/orgChart1"/>
    <dgm:cxn modelId="{6BDB4A8C-D0CE-894A-943B-7903CB70E4FC}" type="presParOf" srcId="{BF0E27FF-34DC-B441-89A2-8EEBA997C0FB}" destId="{1F7A1942-9373-9E44-A6C2-EDA41666387B}" srcOrd="0" destOrd="0" presId="urn:microsoft.com/office/officeart/2005/8/layout/orgChart1"/>
    <dgm:cxn modelId="{57519B1C-8F86-8341-A238-331F87CF6676}" type="presParOf" srcId="{1F7A1942-9373-9E44-A6C2-EDA41666387B}" destId="{C29CD82A-8216-D444-9304-4DB6E3BCAB62}" srcOrd="0" destOrd="0" presId="urn:microsoft.com/office/officeart/2005/8/layout/orgChart1"/>
    <dgm:cxn modelId="{7B3B686F-58A6-0145-8C2B-EEBE75CE0486}" type="presParOf" srcId="{1F7A1942-9373-9E44-A6C2-EDA41666387B}" destId="{20E54171-748B-EF44-B5DC-F39B2DEFD887}" srcOrd="1" destOrd="0" presId="urn:microsoft.com/office/officeart/2005/8/layout/orgChart1"/>
    <dgm:cxn modelId="{9ED9B631-CDED-1E45-A9F0-81825EC097B1}" type="presParOf" srcId="{BF0E27FF-34DC-B441-89A2-8EEBA997C0FB}" destId="{E624272A-C27B-DD42-A75C-C404627054E7}" srcOrd="1" destOrd="0" presId="urn:microsoft.com/office/officeart/2005/8/layout/orgChart1"/>
    <dgm:cxn modelId="{5362C40B-0FA2-0B4D-BBCE-E6E213849B53}" type="presParOf" srcId="{E624272A-C27B-DD42-A75C-C404627054E7}" destId="{5B8C2CFE-13DC-2944-AEF2-9B52EE3FA9BB}" srcOrd="0" destOrd="0" presId="urn:microsoft.com/office/officeart/2005/8/layout/orgChart1"/>
    <dgm:cxn modelId="{3426E51B-431A-5345-BEA3-F7AC01EDAA18}" type="presParOf" srcId="{E624272A-C27B-DD42-A75C-C404627054E7}" destId="{3C35AAFD-009D-B04D-9F9A-FCD4E1253F25}" srcOrd="1" destOrd="0" presId="urn:microsoft.com/office/officeart/2005/8/layout/orgChart1"/>
    <dgm:cxn modelId="{CA504F28-1F05-244A-944D-5F8037DB5665}" type="presParOf" srcId="{3C35AAFD-009D-B04D-9F9A-FCD4E1253F25}" destId="{7814DB65-1832-3345-AE56-442EA793CB7F}" srcOrd="0" destOrd="0" presId="urn:microsoft.com/office/officeart/2005/8/layout/orgChart1"/>
    <dgm:cxn modelId="{DC918F5F-52F5-1C42-86F8-7A02CD98BCF4}" type="presParOf" srcId="{7814DB65-1832-3345-AE56-442EA793CB7F}" destId="{BF163D8A-D641-6045-9809-AB6076653F0F}" srcOrd="0" destOrd="0" presId="urn:microsoft.com/office/officeart/2005/8/layout/orgChart1"/>
    <dgm:cxn modelId="{174B198C-3F00-234A-9536-BE3B47238357}" type="presParOf" srcId="{7814DB65-1832-3345-AE56-442EA793CB7F}" destId="{4CE1BA71-ECE0-3542-AF17-1398F35B9B6B}" srcOrd="1" destOrd="0" presId="urn:microsoft.com/office/officeart/2005/8/layout/orgChart1"/>
    <dgm:cxn modelId="{AA350804-E36D-A544-B34C-A2EFFB14A901}" type="presParOf" srcId="{3C35AAFD-009D-B04D-9F9A-FCD4E1253F25}" destId="{97C5C729-E6F0-6D45-842C-840B5265CD21}" srcOrd="1" destOrd="0" presId="urn:microsoft.com/office/officeart/2005/8/layout/orgChart1"/>
    <dgm:cxn modelId="{EAC1B4B8-33DB-0444-B2DE-5309A393C8A0}" type="presParOf" srcId="{3C35AAFD-009D-B04D-9F9A-FCD4E1253F25}" destId="{8A76A6AD-58A3-924C-9AAB-86411FD2FF2D}" srcOrd="2" destOrd="0" presId="urn:microsoft.com/office/officeart/2005/8/layout/orgChart1"/>
    <dgm:cxn modelId="{E6D58161-3EC0-5748-B0F8-085C0DD0C63A}" type="presParOf" srcId="{E624272A-C27B-DD42-A75C-C404627054E7}" destId="{B3F4AA87-7E40-5945-A252-33702E9DDFEB}" srcOrd="2" destOrd="0" presId="urn:microsoft.com/office/officeart/2005/8/layout/orgChart1"/>
    <dgm:cxn modelId="{30AB5400-EAC9-D448-A4B0-11872565A7F3}" type="presParOf" srcId="{E624272A-C27B-DD42-A75C-C404627054E7}" destId="{310C1502-E72E-1C44-85AE-3EEC9AAB5EC3}" srcOrd="3" destOrd="0" presId="urn:microsoft.com/office/officeart/2005/8/layout/orgChart1"/>
    <dgm:cxn modelId="{ED16BFFB-B1AD-4541-937A-2B4E0B686549}" type="presParOf" srcId="{310C1502-E72E-1C44-85AE-3EEC9AAB5EC3}" destId="{41873812-DD37-B946-98FA-79ED26190522}" srcOrd="0" destOrd="0" presId="urn:microsoft.com/office/officeart/2005/8/layout/orgChart1"/>
    <dgm:cxn modelId="{B447046B-E1F1-B54B-9D32-4EC22A7FE9D8}" type="presParOf" srcId="{41873812-DD37-B946-98FA-79ED26190522}" destId="{F6A5074C-1B89-E441-80A3-FBCD880CD4D2}" srcOrd="0" destOrd="0" presId="urn:microsoft.com/office/officeart/2005/8/layout/orgChart1"/>
    <dgm:cxn modelId="{F2BE99C3-63C4-594E-A80D-BDABC1AEB936}" type="presParOf" srcId="{41873812-DD37-B946-98FA-79ED26190522}" destId="{DC33316D-C8A8-B844-96D5-0145EAEDB878}" srcOrd="1" destOrd="0" presId="urn:microsoft.com/office/officeart/2005/8/layout/orgChart1"/>
    <dgm:cxn modelId="{8593D4B4-5BA3-F74E-BDCD-DA6B57C5F8E6}" type="presParOf" srcId="{310C1502-E72E-1C44-85AE-3EEC9AAB5EC3}" destId="{35768C38-5BCD-0745-86E3-0568A7DD6591}" srcOrd="1" destOrd="0" presId="urn:microsoft.com/office/officeart/2005/8/layout/orgChart1"/>
    <dgm:cxn modelId="{8B95283B-458C-974C-9830-E63CC9FB8A33}" type="presParOf" srcId="{310C1502-E72E-1C44-85AE-3EEC9AAB5EC3}" destId="{EAA88457-10AF-A544-A97A-BDF16632D8BC}" srcOrd="2" destOrd="0" presId="urn:microsoft.com/office/officeart/2005/8/layout/orgChart1"/>
    <dgm:cxn modelId="{1E43C506-FE2B-0D42-ABDF-7C588F14AEE4}" type="presParOf" srcId="{BF0E27FF-34DC-B441-89A2-8EEBA997C0FB}" destId="{F28B9094-499D-F242-8B08-6FAE0459D6A4}" srcOrd="2" destOrd="0" presId="urn:microsoft.com/office/officeart/2005/8/layout/orgChart1"/>
    <dgm:cxn modelId="{77EB130B-A004-9249-B127-CAA8F9F45182}" type="presParOf" srcId="{C0F0C688-CB09-4444-B3A7-2083CA3905C5}" destId="{6FE452BB-E1EC-A948-9233-57015D6AA7C6}" srcOrd="2" destOrd="0" presId="urn:microsoft.com/office/officeart/2005/8/layout/orgChart1"/>
    <dgm:cxn modelId="{9EB27F44-946A-A34E-91D4-DBBD7E7C8869}" type="presParOf" srcId="{C0F0C688-CB09-4444-B3A7-2083CA3905C5}" destId="{C602B8F8-F5A2-4C40-B98F-C443D8689218}" srcOrd="3" destOrd="0" presId="urn:microsoft.com/office/officeart/2005/8/layout/orgChart1"/>
    <dgm:cxn modelId="{45A83C69-8BA8-9341-A2FE-18F61075B6E0}" type="presParOf" srcId="{C602B8F8-F5A2-4C40-B98F-C443D8689218}" destId="{557CC9F5-CB3D-3844-A94C-845F0AA103BE}" srcOrd="0" destOrd="0" presId="urn:microsoft.com/office/officeart/2005/8/layout/orgChart1"/>
    <dgm:cxn modelId="{B8FB7326-1922-A849-8261-345766E0B40B}" type="presParOf" srcId="{557CC9F5-CB3D-3844-A94C-845F0AA103BE}" destId="{DD39B391-CCCA-A744-8060-266E0D895F78}" srcOrd="0" destOrd="0" presId="urn:microsoft.com/office/officeart/2005/8/layout/orgChart1"/>
    <dgm:cxn modelId="{F52C21AA-03B4-8241-AD10-0BCF27626C4F}" type="presParOf" srcId="{557CC9F5-CB3D-3844-A94C-845F0AA103BE}" destId="{7E35BEC2-BC72-F246-9F00-4783AA875718}" srcOrd="1" destOrd="0" presId="urn:microsoft.com/office/officeart/2005/8/layout/orgChart1"/>
    <dgm:cxn modelId="{B4F0365F-9096-EB4E-BA1A-1042D30A9D90}" type="presParOf" srcId="{C602B8F8-F5A2-4C40-B98F-C443D8689218}" destId="{39DCA903-E921-B648-AD65-F7C2C715A7DF}" srcOrd="1" destOrd="0" presId="urn:microsoft.com/office/officeart/2005/8/layout/orgChart1"/>
    <dgm:cxn modelId="{9B83B078-E616-0748-9571-3C93B7896DDD}" type="presParOf" srcId="{39DCA903-E921-B648-AD65-F7C2C715A7DF}" destId="{4CFAFFB7-EEDF-884F-9B5C-55EEABA6D13F}" srcOrd="0" destOrd="0" presId="urn:microsoft.com/office/officeart/2005/8/layout/orgChart1"/>
    <dgm:cxn modelId="{D2B42ACE-7ACE-934A-ACA1-34CD8122CE4D}" type="presParOf" srcId="{39DCA903-E921-B648-AD65-F7C2C715A7DF}" destId="{E50C9EDB-3F93-9447-89E0-085C4A7398B5}" srcOrd="1" destOrd="0" presId="urn:microsoft.com/office/officeart/2005/8/layout/orgChart1"/>
    <dgm:cxn modelId="{7739B7C4-D095-0146-9033-1E5BC194E3B4}" type="presParOf" srcId="{E50C9EDB-3F93-9447-89E0-085C4A7398B5}" destId="{E593B815-FAE6-E149-886B-2370061D4949}" srcOrd="0" destOrd="0" presId="urn:microsoft.com/office/officeart/2005/8/layout/orgChart1"/>
    <dgm:cxn modelId="{67D74F0A-CFF3-674B-A6AD-EA8FCE3B121A}" type="presParOf" srcId="{E593B815-FAE6-E149-886B-2370061D4949}" destId="{2578F779-FAB5-8B44-93D9-C6AC16408740}" srcOrd="0" destOrd="0" presId="urn:microsoft.com/office/officeart/2005/8/layout/orgChart1"/>
    <dgm:cxn modelId="{A21C253E-9112-0542-B8A6-57E0C852D866}" type="presParOf" srcId="{E593B815-FAE6-E149-886B-2370061D4949}" destId="{8EE66F77-54DE-F54B-A1C2-DA490E90DD65}" srcOrd="1" destOrd="0" presId="urn:microsoft.com/office/officeart/2005/8/layout/orgChart1"/>
    <dgm:cxn modelId="{37B865C6-4509-E241-A04E-2F62C0FF9616}" type="presParOf" srcId="{E50C9EDB-3F93-9447-89E0-085C4A7398B5}" destId="{259FE035-6976-8241-9C4A-3661B0A58E1F}" srcOrd="1" destOrd="0" presId="urn:microsoft.com/office/officeart/2005/8/layout/orgChart1"/>
    <dgm:cxn modelId="{03F1C3AE-0697-0948-B45F-741F360D65C9}" type="presParOf" srcId="{E50C9EDB-3F93-9447-89E0-085C4A7398B5}" destId="{E5EA282D-AF46-D640-9D6C-5B3776B3C733}" srcOrd="2" destOrd="0" presId="urn:microsoft.com/office/officeart/2005/8/layout/orgChart1"/>
    <dgm:cxn modelId="{01A9D3D1-7D39-CB48-8707-BFA55E646231}" type="presParOf" srcId="{39DCA903-E921-B648-AD65-F7C2C715A7DF}" destId="{70BEA50B-A258-1C43-8815-E64EB0D06074}" srcOrd="2" destOrd="0" presId="urn:microsoft.com/office/officeart/2005/8/layout/orgChart1"/>
    <dgm:cxn modelId="{A4626D97-8181-FA46-80CB-CEA5ACA8EB86}" type="presParOf" srcId="{39DCA903-E921-B648-AD65-F7C2C715A7DF}" destId="{E9C0B10B-F876-BB49-B473-05DCFAB6408E}" srcOrd="3" destOrd="0" presId="urn:microsoft.com/office/officeart/2005/8/layout/orgChart1"/>
    <dgm:cxn modelId="{C3D5D4D9-67EF-9D4A-B830-B3DA3BD4A559}" type="presParOf" srcId="{E9C0B10B-F876-BB49-B473-05DCFAB6408E}" destId="{416910F4-B4D9-2446-ADA6-79012908E498}" srcOrd="0" destOrd="0" presId="urn:microsoft.com/office/officeart/2005/8/layout/orgChart1"/>
    <dgm:cxn modelId="{ECD163BF-F5B5-B34D-B5F3-3B3C5DEAA642}" type="presParOf" srcId="{416910F4-B4D9-2446-ADA6-79012908E498}" destId="{A7470FA1-9AA6-7E43-9115-36CAF99B2821}" srcOrd="0" destOrd="0" presId="urn:microsoft.com/office/officeart/2005/8/layout/orgChart1"/>
    <dgm:cxn modelId="{DB7338BC-1C44-9043-9023-172078A908A9}" type="presParOf" srcId="{416910F4-B4D9-2446-ADA6-79012908E498}" destId="{A92EA732-BA46-CF4F-BAF8-0C6E174FAF2B}" srcOrd="1" destOrd="0" presId="urn:microsoft.com/office/officeart/2005/8/layout/orgChart1"/>
    <dgm:cxn modelId="{2E85F81D-AC7D-384C-8015-7989E2B1FFFD}" type="presParOf" srcId="{E9C0B10B-F876-BB49-B473-05DCFAB6408E}" destId="{CDC117EB-18B0-114D-9ACA-EAE5551ACC57}" srcOrd="1" destOrd="0" presId="urn:microsoft.com/office/officeart/2005/8/layout/orgChart1"/>
    <dgm:cxn modelId="{03BE68D7-2C3A-474E-AA93-9AEFFEFF110C}" type="presParOf" srcId="{E9C0B10B-F876-BB49-B473-05DCFAB6408E}" destId="{1796ABF5-C583-5749-AF3D-9EE0978523FC}" srcOrd="2" destOrd="0" presId="urn:microsoft.com/office/officeart/2005/8/layout/orgChart1"/>
    <dgm:cxn modelId="{BF9D22D3-0FF2-FA45-A1A9-B4EED690274F}" type="presParOf" srcId="{C602B8F8-F5A2-4C40-B98F-C443D8689218}" destId="{16EE844A-5F02-7A4D-9F5A-7B2A86AC87A3}" srcOrd="2" destOrd="0" presId="urn:microsoft.com/office/officeart/2005/8/layout/orgChart1"/>
    <dgm:cxn modelId="{4F1EEDBA-9586-5943-BCD5-8261A2F0B91A}" type="presParOf" srcId="{8211498D-3D97-4C45-9AF5-51EB5FDBD4C5}" destId="{6DD25506-8F3A-2C4C-A1A8-D9DD7FA82C07}" srcOrd="2" destOrd="0" presId="urn:microsoft.com/office/officeart/2005/8/layout/orgChart1"/>
    <dgm:cxn modelId="{2CC89C0A-6FDB-4941-9047-EBE0545B2A7D}" type="presParOf" srcId="{1A83CBE2-776C-EB46-B248-EA5FE1D758D0}" destId="{90325F74-CE22-F040-BE81-13FBEFCEA26C}" srcOrd="2" destOrd="0" presId="urn:microsoft.com/office/officeart/2005/8/layout/orgChart1"/>
    <dgm:cxn modelId="{40BA1D9D-BFF4-BA4D-A863-BB408B9C2858}" type="presParOf" srcId="{1A83CBE2-776C-EB46-B248-EA5FE1D758D0}" destId="{80446F9E-5F8B-0044-A197-CEAC84DA4D49}" srcOrd="3" destOrd="0" presId="urn:microsoft.com/office/officeart/2005/8/layout/orgChart1"/>
    <dgm:cxn modelId="{D7A0035E-AA28-7441-B1C4-7A412094DDD3}" type="presParOf" srcId="{80446F9E-5F8B-0044-A197-CEAC84DA4D49}" destId="{0EFA4385-89E7-9140-984A-C1AB3DAC488C}" srcOrd="0" destOrd="0" presId="urn:microsoft.com/office/officeart/2005/8/layout/orgChart1"/>
    <dgm:cxn modelId="{567C9DFA-CD29-7945-BB54-40EBA6367302}" type="presParOf" srcId="{0EFA4385-89E7-9140-984A-C1AB3DAC488C}" destId="{7671E05A-E47B-A64E-9F5C-47A48BE7CB51}" srcOrd="0" destOrd="0" presId="urn:microsoft.com/office/officeart/2005/8/layout/orgChart1"/>
    <dgm:cxn modelId="{BA0FB015-61C5-C34E-A805-76AE192DC509}" type="presParOf" srcId="{0EFA4385-89E7-9140-984A-C1AB3DAC488C}" destId="{C04AD1CE-ABDF-4048-B34D-83517B71971E}" srcOrd="1" destOrd="0" presId="urn:microsoft.com/office/officeart/2005/8/layout/orgChart1"/>
    <dgm:cxn modelId="{2F41D207-45F6-B441-A24C-2C9BA45A667B}" type="presParOf" srcId="{80446F9E-5F8B-0044-A197-CEAC84DA4D49}" destId="{A889C0F2-86C5-764E-975D-EB35F9F43569}" srcOrd="1" destOrd="0" presId="urn:microsoft.com/office/officeart/2005/8/layout/orgChart1"/>
    <dgm:cxn modelId="{BFFF7E4D-C54F-5340-B901-D0FE1CA639F7}" type="presParOf" srcId="{A889C0F2-86C5-764E-975D-EB35F9F43569}" destId="{DD583E7B-04F5-7C42-A46D-2B13A374699C}" srcOrd="0" destOrd="0" presId="urn:microsoft.com/office/officeart/2005/8/layout/orgChart1"/>
    <dgm:cxn modelId="{9B334D13-240F-5845-96B2-A27988AFC351}" type="presParOf" srcId="{A889C0F2-86C5-764E-975D-EB35F9F43569}" destId="{E89A6817-34FE-9B4A-BE0A-E40210F88314}" srcOrd="1" destOrd="0" presId="urn:microsoft.com/office/officeart/2005/8/layout/orgChart1"/>
    <dgm:cxn modelId="{12A63C7D-ABA6-E74C-9509-74F50C6E1E72}" type="presParOf" srcId="{E89A6817-34FE-9B4A-BE0A-E40210F88314}" destId="{31224ECA-C5E2-054E-88B9-57B57113805D}" srcOrd="0" destOrd="0" presId="urn:microsoft.com/office/officeart/2005/8/layout/orgChart1"/>
    <dgm:cxn modelId="{8A70F9E6-DCEC-8D4A-854E-BEB5439E73E2}" type="presParOf" srcId="{31224ECA-C5E2-054E-88B9-57B57113805D}" destId="{B5513DCF-A491-F849-84F2-A949891208AE}" srcOrd="0" destOrd="0" presId="urn:microsoft.com/office/officeart/2005/8/layout/orgChart1"/>
    <dgm:cxn modelId="{1A86CAAD-79FE-514A-82D0-36B5F516A11B}" type="presParOf" srcId="{31224ECA-C5E2-054E-88B9-57B57113805D}" destId="{D459F244-9349-2248-AFF9-3E2DD2892726}" srcOrd="1" destOrd="0" presId="urn:microsoft.com/office/officeart/2005/8/layout/orgChart1"/>
    <dgm:cxn modelId="{92987EEE-3E2C-D74E-AE13-5B9B65125DDF}" type="presParOf" srcId="{E89A6817-34FE-9B4A-BE0A-E40210F88314}" destId="{AA4630FB-D9F9-5A49-B042-C503948B7F2F}" srcOrd="1" destOrd="0" presId="urn:microsoft.com/office/officeart/2005/8/layout/orgChart1"/>
    <dgm:cxn modelId="{3725B617-012D-4E4B-BEF4-2D455D83D105}" type="presParOf" srcId="{AA4630FB-D9F9-5A49-B042-C503948B7F2F}" destId="{EB04EAA1-0A96-094C-BDE3-5DFF746E982A}" srcOrd="0" destOrd="0" presId="urn:microsoft.com/office/officeart/2005/8/layout/orgChart1"/>
    <dgm:cxn modelId="{FDDB8247-0456-C842-958F-B5CE077DF40B}" type="presParOf" srcId="{AA4630FB-D9F9-5A49-B042-C503948B7F2F}" destId="{52FEBDCE-50BD-7346-9479-1BE19B3FA202}" srcOrd="1" destOrd="0" presId="urn:microsoft.com/office/officeart/2005/8/layout/orgChart1"/>
    <dgm:cxn modelId="{E8977998-2409-4440-A732-D2FC041CC84C}" type="presParOf" srcId="{52FEBDCE-50BD-7346-9479-1BE19B3FA202}" destId="{DF85B1E2-7E50-824E-BA49-0259B6E5FCD4}" srcOrd="0" destOrd="0" presId="urn:microsoft.com/office/officeart/2005/8/layout/orgChart1"/>
    <dgm:cxn modelId="{0FA65BD9-92E5-BD4E-B134-08DE81DA3884}" type="presParOf" srcId="{DF85B1E2-7E50-824E-BA49-0259B6E5FCD4}" destId="{95ECFE98-01BA-AC4A-BD87-0CBB29B5B7E4}" srcOrd="0" destOrd="0" presId="urn:microsoft.com/office/officeart/2005/8/layout/orgChart1"/>
    <dgm:cxn modelId="{BD567175-CDB9-B34D-B1FA-D22C0E73ACC9}" type="presParOf" srcId="{DF85B1E2-7E50-824E-BA49-0259B6E5FCD4}" destId="{F5E78424-9B42-4548-9B5D-0BC67FE3C5CC}" srcOrd="1" destOrd="0" presId="urn:microsoft.com/office/officeart/2005/8/layout/orgChart1"/>
    <dgm:cxn modelId="{5483FF32-49F8-CB4B-A30C-38E6BFA9CD65}" type="presParOf" srcId="{52FEBDCE-50BD-7346-9479-1BE19B3FA202}" destId="{B067765B-42E1-F440-8A16-109A33D0180C}" srcOrd="1" destOrd="0" presId="urn:microsoft.com/office/officeart/2005/8/layout/orgChart1"/>
    <dgm:cxn modelId="{72E7FDF1-8675-BF48-944B-2D9CE45DFCBC}" type="presParOf" srcId="{52FEBDCE-50BD-7346-9479-1BE19B3FA202}" destId="{819E15B5-34B5-A94B-8A69-8C4869EDFCCB}" srcOrd="2" destOrd="0" presId="urn:microsoft.com/office/officeart/2005/8/layout/orgChart1"/>
    <dgm:cxn modelId="{57174570-A45B-3746-9A31-E76D4FD8B3DB}" type="presParOf" srcId="{AA4630FB-D9F9-5A49-B042-C503948B7F2F}" destId="{E866C55D-6BC5-1C4A-944B-AF7C3C71002A}" srcOrd="2" destOrd="0" presId="urn:microsoft.com/office/officeart/2005/8/layout/orgChart1"/>
    <dgm:cxn modelId="{4D116A9D-5DBB-C64C-AB6A-961819C13AAA}" type="presParOf" srcId="{AA4630FB-D9F9-5A49-B042-C503948B7F2F}" destId="{3341ED32-764A-B849-95E8-D2E6B3688ACF}" srcOrd="3" destOrd="0" presId="urn:microsoft.com/office/officeart/2005/8/layout/orgChart1"/>
    <dgm:cxn modelId="{E765B524-E590-4843-ADBE-A679110F8E83}" type="presParOf" srcId="{3341ED32-764A-B849-95E8-D2E6B3688ACF}" destId="{98DDA560-8A36-BC44-914E-7229CBEBC5F1}" srcOrd="0" destOrd="0" presId="urn:microsoft.com/office/officeart/2005/8/layout/orgChart1"/>
    <dgm:cxn modelId="{CC0E1D1B-8627-1B41-B3F5-3F6E91800E34}" type="presParOf" srcId="{98DDA560-8A36-BC44-914E-7229CBEBC5F1}" destId="{D2770A83-E9EF-6941-861E-68D3D5F82C8F}" srcOrd="0" destOrd="0" presId="urn:microsoft.com/office/officeart/2005/8/layout/orgChart1"/>
    <dgm:cxn modelId="{E9CF6DD2-BA96-AA4E-8B5B-BDC2C77FACBC}" type="presParOf" srcId="{98DDA560-8A36-BC44-914E-7229CBEBC5F1}" destId="{808598FA-2945-914B-9489-5848F78403E8}" srcOrd="1" destOrd="0" presId="urn:microsoft.com/office/officeart/2005/8/layout/orgChart1"/>
    <dgm:cxn modelId="{AF8BBC72-AD99-0348-B254-50A8CB9DA61F}" type="presParOf" srcId="{3341ED32-764A-B849-95E8-D2E6B3688ACF}" destId="{14E3CBAC-05AC-E346-947E-47B0A1342186}" srcOrd="1" destOrd="0" presId="urn:microsoft.com/office/officeart/2005/8/layout/orgChart1"/>
    <dgm:cxn modelId="{71B4C265-3151-0E42-810C-CE5417EC234C}" type="presParOf" srcId="{3341ED32-764A-B849-95E8-D2E6B3688ACF}" destId="{82569715-0142-A740-B976-2BAB8146B1BA}" srcOrd="2" destOrd="0" presId="urn:microsoft.com/office/officeart/2005/8/layout/orgChart1"/>
    <dgm:cxn modelId="{C536E139-A64E-2C4A-82A5-616101965EE8}" type="presParOf" srcId="{AA4630FB-D9F9-5A49-B042-C503948B7F2F}" destId="{BF88D3DD-7D5C-E84F-B654-755754773DD7}" srcOrd="4" destOrd="0" presId="urn:microsoft.com/office/officeart/2005/8/layout/orgChart1"/>
    <dgm:cxn modelId="{20A3BBC6-199D-7D43-BA2A-65480B0C7618}" type="presParOf" srcId="{AA4630FB-D9F9-5A49-B042-C503948B7F2F}" destId="{E103EAA8-FDEA-6143-8747-D9692376BE8F}" srcOrd="5" destOrd="0" presId="urn:microsoft.com/office/officeart/2005/8/layout/orgChart1"/>
    <dgm:cxn modelId="{586E2D74-4627-4E40-BD1B-ABABB5491DBD}" type="presParOf" srcId="{E103EAA8-FDEA-6143-8747-D9692376BE8F}" destId="{72DA316F-4919-C242-A580-2799EEFEB168}" srcOrd="0" destOrd="0" presId="urn:microsoft.com/office/officeart/2005/8/layout/orgChart1"/>
    <dgm:cxn modelId="{878978A5-7EB5-574C-B9C5-3477EC160963}" type="presParOf" srcId="{72DA316F-4919-C242-A580-2799EEFEB168}" destId="{301FF272-D30F-1143-BF62-31E16F66A795}" srcOrd="0" destOrd="0" presId="urn:microsoft.com/office/officeart/2005/8/layout/orgChart1"/>
    <dgm:cxn modelId="{63928418-7997-0B40-9ADC-15FDBFF737DD}" type="presParOf" srcId="{72DA316F-4919-C242-A580-2799EEFEB168}" destId="{748EC40F-A724-274A-A018-22644BEADC92}" srcOrd="1" destOrd="0" presId="urn:microsoft.com/office/officeart/2005/8/layout/orgChart1"/>
    <dgm:cxn modelId="{71EDA940-DE12-5842-9863-A9D642633C09}" type="presParOf" srcId="{E103EAA8-FDEA-6143-8747-D9692376BE8F}" destId="{F5C9A4BF-33D4-1549-B145-81929064F87D}" srcOrd="1" destOrd="0" presId="urn:microsoft.com/office/officeart/2005/8/layout/orgChart1"/>
    <dgm:cxn modelId="{45389191-7DF9-3146-ACB8-DE65EED7824A}" type="presParOf" srcId="{E103EAA8-FDEA-6143-8747-D9692376BE8F}" destId="{559D6150-D09B-ED40-8688-5303542867D1}" srcOrd="2" destOrd="0" presId="urn:microsoft.com/office/officeart/2005/8/layout/orgChart1"/>
    <dgm:cxn modelId="{96A4E367-DC27-FE4A-B340-3DFD10648470}" type="presParOf" srcId="{E89A6817-34FE-9B4A-BE0A-E40210F88314}" destId="{D19D1A93-9659-6B48-9B32-8B58E8B97A47}" srcOrd="2" destOrd="0" presId="urn:microsoft.com/office/officeart/2005/8/layout/orgChart1"/>
    <dgm:cxn modelId="{34D0EA58-3704-D54B-8C51-ED5A6E466837}" type="presParOf" srcId="{A889C0F2-86C5-764E-975D-EB35F9F43569}" destId="{BB6B139C-7F39-2D4E-B049-73CA256D1207}" srcOrd="2" destOrd="0" presId="urn:microsoft.com/office/officeart/2005/8/layout/orgChart1"/>
    <dgm:cxn modelId="{6424833D-2959-DD43-A20C-E1EAAF1F122E}" type="presParOf" srcId="{A889C0F2-86C5-764E-975D-EB35F9F43569}" destId="{69F7FEDC-75C6-7D47-899E-8AC89042F043}" srcOrd="3" destOrd="0" presId="urn:microsoft.com/office/officeart/2005/8/layout/orgChart1"/>
    <dgm:cxn modelId="{A0D2F22F-6EAF-304F-8EA0-5BDECB65E459}" type="presParOf" srcId="{69F7FEDC-75C6-7D47-899E-8AC89042F043}" destId="{044D09EB-2265-A043-828E-52667FCBA53F}" srcOrd="0" destOrd="0" presId="urn:microsoft.com/office/officeart/2005/8/layout/orgChart1"/>
    <dgm:cxn modelId="{B095EAC6-BF96-4D4C-B5CF-F4E90BEE8918}" type="presParOf" srcId="{044D09EB-2265-A043-828E-52667FCBA53F}" destId="{644DB54E-1A93-004B-989F-DC3BC3F05EEB}" srcOrd="0" destOrd="0" presId="urn:microsoft.com/office/officeart/2005/8/layout/orgChart1"/>
    <dgm:cxn modelId="{B29A832E-3DEC-0B46-926E-89FFA451D125}" type="presParOf" srcId="{044D09EB-2265-A043-828E-52667FCBA53F}" destId="{FF859F26-98F3-0741-8B45-B6DC698E89AC}" srcOrd="1" destOrd="0" presId="urn:microsoft.com/office/officeart/2005/8/layout/orgChart1"/>
    <dgm:cxn modelId="{99A9237E-5622-2244-A0A3-7437ECC8001C}" type="presParOf" srcId="{69F7FEDC-75C6-7D47-899E-8AC89042F043}" destId="{76DCB296-C528-7945-899B-9EC517D6033A}" srcOrd="1" destOrd="0" presId="urn:microsoft.com/office/officeart/2005/8/layout/orgChart1"/>
    <dgm:cxn modelId="{9DDF7E8D-325A-0E4A-A74D-B07C7F70354A}" type="presParOf" srcId="{76DCB296-C528-7945-899B-9EC517D6033A}" destId="{9AFE8BE3-4FD0-7543-80F7-2CBD6103E4E8}" srcOrd="0" destOrd="0" presId="urn:microsoft.com/office/officeart/2005/8/layout/orgChart1"/>
    <dgm:cxn modelId="{4C3449D2-12F2-F545-941C-FC0A278E485B}" type="presParOf" srcId="{76DCB296-C528-7945-899B-9EC517D6033A}" destId="{48EE087F-1029-8441-9BD5-1EADED9F97B5}" srcOrd="1" destOrd="0" presId="urn:microsoft.com/office/officeart/2005/8/layout/orgChart1"/>
    <dgm:cxn modelId="{B1B2BCA0-52DD-7648-A308-03FD95C3EFAD}" type="presParOf" srcId="{48EE087F-1029-8441-9BD5-1EADED9F97B5}" destId="{3FBC803C-19D9-6B44-A980-EDA276F4F994}" srcOrd="0" destOrd="0" presId="urn:microsoft.com/office/officeart/2005/8/layout/orgChart1"/>
    <dgm:cxn modelId="{02975675-DD17-7645-8E54-B8D73B6C77D6}" type="presParOf" srcId="{3FBC803C-19D9-6B44-A980-EDA276F4F994}" destId="{46270345-25BD-8A4C-A0B4-0131E4347E9F}" srcOrd="0" destOrd="0" presId="urn:microsoft.com/office/officeart/2005/8/layout/orgChart1"/>
    <dgm:cxn modelId="{FAA4EFE9-A0E6-9048-A9B3-A2498CDA9BEC}" type="presParOf" srcId="{3FBC803C-19D9-6B44-A980-EDA276F4F994}" destId="{B6AF241F-FB69-AD4F-AA87-C95CB4C0AD1A}" srcOrd="1" destOrd="0" presId="urn:microsoft.com/office/officeart/2005/8/layout/orgChart1"/>
    <dgm:cxn modelId="{EAAC94A2-0217-B947-BBD7-FC7710789B2A}" type="presParOf" srcId="{48EE087F-1029-8441-9BD5-1EADED9F97B5}" destId="{69F46091-28E9-EE49-836D-AE2534588E52}" srcOrd="1" destOrd="0" presId="urn:microsoft.com/office/officeart/2005/8/layout/orgChart1"/>
    <dgm:cxn modelId="{ADBD4FB2-2B28-CE40-88E7-4774960310F6}" type="presParOf" srcId="{48EE087F-1029-8441-9BD5-1EADED9F97B5}" destId="{AB044A3E-C248-3949-BA0F-E077CFA813F0}" srcOrd="2" destOrd="0" presId="urn:microsoft.com/office/officeart/2005/8/layout/orgChart1"/>
    <dgm:cxn modelId="{9BC4F819-31D6-4B48-BC34-A48AA480998D}" type="presParOf" srcId="{76DCB296-C528-7945-899B-9EC517D6033A}" destId="{E5AF21C1-5316-E54F-AF31-67E8A7BF5034}" srcOrd="2" destOrd="0" presId="urn:microsoft.com/office/officeart/2005/8/layout/orgChart1"/>
    <dgm:cxn modelId="{E1515F34-DF67-2B47-A3F9-F0445F64011F}" type="presParOf" srcId="{76DCB296-C528-7945-899B-9EC517D6033A}" destId="{48DB2F7C-CE83-604A-85B4-CFA4047BCF17}" srcOrd="3" destOrd="0" presId="urn:microsoft.com/office/officeart/2005/8/layout/orgChart1"/>
    <dgm:cxn modelId="{9DDD04BD-8E5D-3F4C-9E0D-2AACB9FA898E}" type="presParOf" srcId="{48DB2F7C-CE83-604A-85B4-CFA4047BCF17}" destId="{76A1F4CD-DF28-3A4C-8FBF-465C320777D3}" srcOrd="0" destOrd="0" presId="urn:microsoft.com/office/officeart/2005/8/layout/orgChart1"/>
    <dgm:cxn modelId="{F3D8C4B7-1C14-2F4E-B316-9D5E9BF3858F}" type="presParOf" srcId="{76A1F4CD-DF28-3A4C-8FBF-465C320777D3}" destId="{4364C513-2076-064C-929B-07B08D33FC03}" srcOrd="0" destOrd="0" presId="urn:microsoft.com/office/officeart/2005/8/layout/orgChart1"/>
    <dgm:cxn modelId="{89B2D192-B495-A544-8165-326B80ECDDB0}" type="presParOf" srcId="{76A1F4CD-DF28-3A4C-8FBF-465C320777D3}" destId="{061779B3-AC19-2F4E-AACC-DEC66900AB17}" srcOrd="1" destOrd="0" presId="urn:microsoft.com/office/officeart/2005/8/layout/orgChart1"/>
    <dgm:cxn modelId="{78517233-11E5-E546-94B4-3B36B5562574}" type="presParOf" srcId="{48DB2F7C-CE83-604A-85B4-CFA4047BCF17}" destId="{4D469C16-60D7-2040-9F30-253560D4232D}" srcOrd="1" destOrd="0" presId="urn:microsoft.com/office/officeart/2005/8/layout/orgChart1"/>
    <dgm:cxn modelId="{5363EC85-2813-2A42-8F1D-5C5CCA2EFAA8}" type="presParOf" srcId="{48DB2F7C-CE83-604A-85B4-CFA4047BCF17}" destId="{D9991296-D9EA-B04A-9337-86557CBD7275}" srcOrd="2" destOrd="0" presId="urn:microsoft.com/office/officeart/2005/8/layout/orgChart1"/>
    <dgm:cxn modelId="{3336C3C8-62F0-2347-816D-872FB68ED477}" type="presParOf" srcId="{76DCB296-C528-7945-899B-9EC517D6033A}" destId="{D1056184-D595-6849-81BB-7535E27F879B}" srcOrd="4" destOrd="0" presId="urn:microsoft.com/office/officeart/2005/8/layout/orgChart1"/>
    <dgm:cxn modelId="{BE578FBB-A4B5-3746-AEE3-538E5DCBD296}" type="presParOf" srcId="{76DCB296-C528-7945-899B-9EC517D6033A}" destId="{628CB553-CB8F-FF4B-9C90-02316F533B7A}" srcOrd="5" destOrd="0" presId="urn:microsoft.com/office/officeart/2005/8/layout/orgChart1"/>
    <dgm:cxn modelId="{6C18301A-7D67-0145-AACF-A24ACEC05E7E}" type="presParOf" srcId="{628CB553-CB8F-FF4B-9C90-02316F533B7A}" destId="{57F02DF2-0D63-1F4A-8CE9-FB49122FBB5E}" srcOrd="0" destOrd="0" presId="urn:microsoft.com/office/officeart/2005/8/layout/orgChart1"/>
    <dgm:cxn modelId="{444C928D-4BEE-5949-BDE5-1C59514478DC}" type="presParOf" srcId="{57F02DF2-0D63-1F4A-8CE9-FB49122FBB5E}" destId="{C2F60AA4-8344-A143-BB21-7E8DCBB71078}" srcOrd="0" destOrd="0" presId="urn:microsoft.com/office/officeart/2005/8/layout/orgChart1"/>
    <dgm:cxn modelId="{F29F81BD-A7D9-EC44-82A7-CC605D9F117F}" type="presParOf" srcId="{57F02DF2-0D63-1F4A-8CE9-FB49122FBB5E}" destId="{98B25EDA-0AFC-5F46-9A01-F1AFF4D12554}" srcOrd="1" destOrd="0" presId="urn:microsoft.com/office/officeart/2005/8/layout/orgChart1"/>
    <dgm:cxn modelId="{E708C7CC-644C-274A-9098-1981F4B7771E}" type="presParOf" srcId="{628CB553-CB8F-FF4B-9C90-02316F533B7A}" destId="{C29A71F0-D0AE-3B45-8B4E-FC6F5F86B569}" srcOrd="1" destOrd="0" presId="urn:microsoft.com/office/officeart/2005/8/layout/orgChart1"/>
    <dgm:cxn modelId="{DCE7E4CC-340B-5347-BC5C-8DF181E1D539}" type="presParOf" srcId="{628CB553-CB8F-FF4B-9C90-02316F533B7A}" destId="{B805FF8F-7CE9-E244-A36F-9AEA9F988B4E}" srcOrd="2" destOrd="0" presId="urn:microsoft.com/office/officeart/2005/8/layout/orgChart1"/>
    <dgm:cxn modelId="{29BA55DE-5F79-F94C-B8EA-85E62B81D30F}" type="presParOf" srcId="{69F7FEDC-75C6-7D47-899E-8AC89042F043}" destId="{95FBBE0F-B933-2C43-BA9F-821794EF9DF7}" srcOrd="2" destOrd="0" presId="urn:microsoft.com/office/officeart/2005/8/layout/orgChart1"/>
    <dgm:cxn modelId="{F3124F9E-253E-F14A-80D6-614F26F2EFD5}" type="presParOf" srcId="{80446F9E-5F8B-0044-A197-CEAC84DA4D49}" destId="{74558FD0-D0E2-624B-8F16-23D95B2A26E2}" srcOrd="2" destOrd="0" presId="urn:microsoft.com/office/officeart/2005/8/layout/orgChart1"/>
    <dgm:cxn modelId="{A18A2777-590F-714E-A8D7-C119CDA71DC9}" type="presParOf" srcId="{1A83CBE2-776C-EB46-B248-EA5FE1D758D0}" destId="{2125165F-64DD-C84D-8682-A617266D248B}" srcOrd="4" destOrd="0" presId="urn:microsoft.com/office/officeart/2005/8/layout/orgChart1"/>
    <dgm:cxn modelId="{869FB1A5-BC4E-454C-A768-4A92BCA8087A}" type="presParOf" srcId="{1A83CBE2-776C-EB46-B248-EA5FE1D758D0}" destId="{3D69F746-F6E5-F54F-A986-16ABBE6E83D1}" srcOrd="5" destOrd="0" presId="urn:microsoft.com/office/officeart/2005/8/layout/orgChart1"/>
    <dgm:cxn modelId="{C8D1C66C-9965-BA47-B79C-4DBE1EFBEDB0}" type="presParOf" srcId="{3D69F746-F6E5-F54F-A986-16ABBE6E83D1}" destId="{E7FAAB06-09ED-2649-A3D2-B54C6D2DE7EF}" srcOrd="0" destOrd="0" presId="urn:microsoft.com/office/officeart/2005/8/layout/orgChart1"/>
    <dgm:cxn modelId="{D126FB40-F585-E440-AF74-C865C721980C}" type="presParOf" srcId="{E7FAAB06-09ED-2649-A3D2-B54C6D2DE7EF}" destId="{D2345B8F-D2F3-CB4F-BE43-D8A4FD6150C5}" srcOrd="0" destOrd="0" presId="urn:microsoft.com/office/officeart/2005/8/layout/orgChart1"/>
    <dgm:cxn modelId="{9BBA2009-3D47-A849-9736-192CE1D5B3DF}" type="presParOf" srcId="{E7FAAB06-09ED-2649-A3D2-B54C6D2DE7EF}" destId="{38088F40-3AE0-2F4C-A428-5EE8ADE5BAE2}" srcOrd="1" destOrd="0" presId="urn:microsoft.com/office/officeart/2005/8/layout/orgChart1"/>
    <dgm:cxn modelId="{49979034-8E73-344F-99C0-E929C0FF9185}" type="presParOf" srcId="{3D69F746-F6E5-F54F-A986-16ABBE6E83D1}" destId="{A76FE49E-E55D-FD4B-8B9D-24A60C39BF1F}" srcOrd="1" destOrd="0" presId="urn:microsoft.com/office/officeart/2005/8/layout/orgChart1"/>
    <dgm:cxn modelId="{1EC130CE-F4AE-2C45-827D-BAB67F83C2EE}" type="presParOf" srcId="{A76FE49E-E55D-FD4B-8B9D-24A60C39BF1F}" destId="{D373B8E2-ECD2-9A43-B577-A2330E3D9DD7}" srcOrd="0" destOrd="0" presId="urn:microsoft.com/office/officeart/2005/8/layout/orgChart1"/>
    <dgm:cxn modelId="{6C9DEA4C-2B3D-7A4B-9EDE-42A6EE140B73}" type="presParOf" srcId="{A76FE49E-E55D-FD4B-8B9D-24A60C39BF1F}" destId="{79F28644-F913-6947-A432-EA2A3C603CA0}" srcOrd="1" destOrd="0" presId="urn:microsoft.com/office/officeart/2005/8/layout/orgChart1"/>
    <dgm:cxn modelId="{735D3DA5-47CD-0843-BCFF-C4850D9DE170}" type="presParOf" srcId="{79F28644-F913-6947-A432-EA2A3C603CA0}" destId="{AE889495-82BA-094F-BDCE-9926FCD44542}" srcOrd="0" destOrd="0" presId="urn:microsoft.com/office/officeart/2005/8/layout/orgChart1"/>
    <dgm:cxn modelId="{50044295-2DAB-804D-A6CB-1A9F9C5712E5}" type="presParOf" srcId="{AE889495-82BA-094F-BDCE-9926FCD44542}" destId="{A0732908-3BA0-C94C-832F-DBBA820143D3}" srcOrd="0" destOrd="0" presId="urn:microsoft.com/office/officeart/2005/8/layout/orgChart1"/>
    <dgm:cxn modelId="{CD403C1E-437C-1B41-AFED-B0C1BA451C38}" type="presParOf" srcId="{AE889495-82BA-094F-BDCE-9926FCD44542}" destId="{D27066D6-77A0-3447-B829-FBAABE34C9C5}" srcOrd="1" destOrd="0" presId="urn:microsoft.com/office/officeart/2005/8/layout/orgChart1"/>
    <dgm:cxn modelId="{B6372A38-DABC-604B-910F-45C467A803B1}" type="presParOf" srcId="{79F28644-F913-6947-A432-EA2A3C603CA0}" destId="{DFBAF175-0C6F-D64C-90F4-43C273117530}" srcOrd="1" destOrd="0" presId="urn:microsoft.com/office/officeart/2005/8/layout/orgChart1"/>
    <dgm:cxn modelId="{61C1CED4-CEC3-744F-A7D7-2B7F3020605F}" type="presParOf" srcId="{79F28644-F913-6947-A432-EA2A3C603CA0}" destId="{3276E28B-63E0-FC41-BB81-490A60C10D9F}" srcOrd="2" destOrd="0" presId="urn:microsoft.com/office/officeart/2005/8/layout/orgChart1"/>
    <dgm:cxn modelId="{A7FBC6DA-5F85-A344-B432-F8B7D4DC9C4B}" type="presParOf" srcId="{A76FE49E-E55D-FD4B-8B9D-24A60C39BF1F}" destId="{BC9851C5-DF34-584A-84E5-71AF3044B7C6}" srcOrd="2" destOrd="0" presId="urn:microsoft.com/office/officeart/2005/8/layout/orgChart1"/>
    <dgm:cxn modelId="{A2E9704E-B30D-0E45-B7C9-B27167ACC986}" type="presParOf" srcId="{A76FE49E-E55D-FD4B-8B9D-24A60C39BF1F}" destId="{DCC26185-E710-0C4E-AB7C-FDC964CE4AEE}" srcOrd="3" destOrd="0" presId="urn:microsoft.com/office/officeart/2005/8/layout/orgChart1"/>
    <dgm:cxn modelId="{74B2B0EE-D960-7842-8A8C-3A449FDBFB20}" type="presParOf" srcId="{DCC26185-E710-0C4E-AB7C-FDC964CE4AEE}" destId="{00017B3D-E85B-1640-BD5A-CC9A5BF3888D}" srcOrd="0" destOrd="0" presId="urn:microsoft.com/office/officeart/2005/8/layout/orgChart1"/>
    <dgm:cxn modelId="{5B1EC10D-42F1-ED4A-B86B-B57AFCF1463F}" type="presParOf" srcId="{00017B3D-E85B-1640-BD5A-CC9A5BF3888D}" destId="{3634866C-28D8-DE4D-B4C5-42DE300CFEAA}" srcOrd="0" destOrd="0" presId="urn:microsoft.com/office/officeart/2005/8/layout/orgChart1"/>
    <dgm:cxn modelId="{0C40A8FB-0BCF-1C48-A0F4-F6BC053FC578}" type="presParOf" srcId="{00017B3D-E85B-1640-BD5A-CC9A5BF3888D}" destId="{4FA1A2B5-AA0F-BF40-B272-62C7B82A3222}" srcOrd="1" destOrd="0" presId="urn:microsoft.com/office/officeart/2005/8/layout/orgChart1"/>
    <dgm:cxn modelId="{5CC80DCD-0EFF-5848-BFB9-5F85D3937638}" type="presParOf" srcId="{DCC26185-E710-0C4E-AB7C-FDC964CE4AEE}" destId="{E19ABC1D-4A85-444D-B91A-FC197D4A6F3C}" srcOrd="1" destOrd="0" presId="urn:microsoft.com/office/officeart/2005/8/layout/orgChart1"/>
    <dgm:cxn modelId="{1B6A9FFC-010D-0641-A751-7B23F4C1BEBE}" type="presParOf" srcId="{DCC26185-E710-0C4E-AB7C-FDC964CE4AEE}" destId="{EDC8AC0D-1965-0B49-B50B-E0D8C922A1A5}" srcOrd="2" destOrd="0" presId="urn:microsoft.com/office/officeart/2005/8/layout/orgChart1"/>
    <dgm:cxn modelId="{04CB914C-5CD5-AF42-A766-5F4B83BBB5F3}" type="presParOf" srcId="{3D69F746-F6E5-F54F-A986-16ABBE6E83D1}" destId="{946F71BC-7919-C84D-A670-B40827CBFA02}" srcOrd="2" destOrd="0" presId="urn:microsoft.com/office/officeart/2005/8/layout/orgChart1"/>
    <dgm:cxn modelId="{85597C72-A2E3-C843-983D-1ACD6F144177}" type="presParOf" srcId="{1A83CBE2-776C-EB46-B248-EA5FE1D758D0}" destId="{218B073C-E368-6246-A09D-48FAF13C9ACD}" srcOrd="6" destOrd="0" presId="urn:microsoft.com/office/officeart/2005/8/layout/orgChart1"/>
    <dgm:cxn modelId="{462FF7ED-67BC-C04D-87ED-A1AB2DE7332C}" type="presParOf" srcId="{1A83CBE2-776C-EB46-B248-EA5FE1D758D0}" destId="{F236126D-FF6E-CB4E-BE20-46A17378025B}" srcOrd="7" destOrd="0" presId="urn:microsoft.com/office/officeart/2005/8/layout/orgChart1"/>
    <dgm:cxn modelId="{D9A58089-2D74-8742-834D-9BD9F48E30A3}" type="presParOf" srcId="{F236126D-FF6E-CB4E-BE20-46A17378025B}" destId="{9E89BDC9-833F-BC43-A2FC-59EEBCA808F3}" srcOrd="0" destOrd="0" presId="urn:microsoft.com/office/officeart/2005/8/layout/orgChart1"/>
    <dgm:cxn modelId="{52A31E4F-037F-C14F-B74A-2C8900D5C4FA}" type="presParOf" srcId="{9E89BDC9-833F-BC43-A2FC-59EEBCA808F3}" destId="{2142EDD2-8433-5C47-819D-AEDDA1371E01}" srcOrd="0" destOrd="0" presId="urn:microsoft.com/office/officeart/2005/8/layout/orgChart1"/>
    <dgm:cxn modelId="{D9C69B8C-E524-C943-AE69-BD914ED15DF6}" type="presParOf" srcId="{9E89BDC9-833F-BC43-A2FC-59EEBCA808F3}" destId="{BDDB508A-3B8D-7B4D-997D-1711B995861C}" srcOrd="1" destOrd="0" presId="urn:microsoft.com/office/officeart/2005/8/layout/orgChart1"/>
    <dgm:cxn modelId="{B13F0A44-AA83-0946-B17A-29833B3A2572}" type="presParOf" srcId="{F236126D-FF6E-CB4E-BE20-46A17378025B}" destId="{B81120AA-825D-BB49-A4D3-26A1E44FA018}" srcOrd="1" destOrd="0" presId="urn:microsoft.com/office/officeart/2005/8/layout/orgChart1"/>
    <dgm:cxn modelId="{4A1E1284-3618-044F-A17A-07627F62694D}" type="presParOf" srcId="{B81120AA-825D-BB49-A4D3-26A1E44FA018}" destId="{51B3E03D-0B41-CC4A-A799-BFE272F6B2C4}" srcOrd="0" destOrd="0" presId="urn:microsoft.com/office/officeart/2005/8/layout/orgChart1"/>
    <dgm:cxn modelId="{F85277BB-F023-5941-A885-7985A28D2B3D}" type="presParOf" srcId="{B81120AA-825D-BB49-A4D3-26A1E44FA018}" destId="{4329A376-6A19-714C-93FA-06CAA80CD30D}" srcOrd="1" destOrd="0" presId="urn:microsoft.com/office/officeart/2005/8/layout/orgChart1"/>
    <dgm:cxn modelId="{5D692677-760C-DD4C-BF7D-3F4FD66F5B71}" type="presParOf" srcId="{4329A376-6A19-714C-93FA-06CAA80CD30D}" destId="{78714106-69A7-AA4F-9674-78509C557C90}" srcOrd="0" destOrd="0" presId="urn:microsoft.com/office/officeart/2005/8/layout/orgChart1"/>
    <dgm:cxn modelId="{7CD1D98B-4C90-2D48-85C9-588D877A1F71}" type="presParOf" srcId="{78714106-69A7-AA4F-9674-78509C557C90}" destId="{D160160A-5629-9443-BB2D-43E0FE9E1558}" srcOrd="0" destOrd="0" presId="urn:microsoft.com/office/officeart/2005/8/layout/orgChart1"/>
    <dgm:cxn modelId="{66F5B161-74D9-7240-A6E0-A9B20E62478F}" type="presParOf" srcId="{78714106-69A7-AA4F-9674-78509C557C90}" destId="{7CF9B842-00B4-DE4E-9E8B-0E50EB2F9FF1}" srcOrd="1" destOrd="0" presId="urn:microsoft.com/office/officeart/2005/8/layout/orgChart1"/>
    <dgm:cxn modelId="{F4094C3E-83C1-F840-AD4D-487CF25E4FDF}" type="presParOf" srcId="{4329A376-6A19-714C-93FA-06CAA80CD30D}" destId="{2EE3F5F6-FD55-0A43-9C6F-32119D32C790}" srcOrd="1" destOrd="0" presId="urn:microsoft.com/office/officeart/2005/8/layout/orgChart1"/>
    <dgm:cxn modelId="{6975A141-6590-A741-BAA4-3078708110B7}" type="presParOf" srcId="{4329A376-6A19-714C-93FA-06CAA80CD30D}" destId="{D25D19EA-BB1D-E44E-9BFB-B3BA2272447E}" srcOrd="2" destOrd="0" presId="urn:microsoft.com/office/officeart/2005/8/layout/orgChart1"/>
    <dgm:cxn modelId="{E9A867C4-5F24-B84F-8CBC-C9E0DE0E980E}" type="presParOf" srcId="{B81120AA-825D-BB49-A4D3-26A1E44FA018}" destId="{5C7D67AD-AE7E-2B43-B8FD-7C2DDEE6C5BD}" srcOrd="2" destOrd="0" presId="urn:microsoft.com/office/officeart/2005/8/layout/orgChart1"/>
    <dgm:cxn modelId="{4034282E-0863-AB42-B827-92F2987CFEA7}" type="presParOf" srcId="{B81120AA-825D-BB49-A4D3-26A1E44FA018}" destId="{3AD25C31-7EC7-ED4D-93DC-5D1C71814DBC}" srcOrd="3" destOrd="0" presId="urn:microsoft.com/office/officeart/2005/8/layout/orgChart1"/>
    <dgm:cxn modelId="{60149A53-8F01-CA49-BED3-3329CE57A67F}" type="presParOf" srcId="{3AD25C31-7EC7-ED4D-93DC-5D1C71814DBC}" destId="{25EC445B-10C9-D445-B4F6-5A2422814866}" srcOrd="0" destOrd="0" presId="urn:microsoft.com/office/officeart/2005/8/layout/orgChart1"/>
    <dgm:cxn modelId="{03C2C2EC-17F7-3449-9169-3AA7CEC20FEE}" type="presParOf" srcId="{25EC445B-10C9-D445-B4F6-5A2422814866}" destId="{7497A62F-FD13-F04A-9621-089991D40B76}" srcOrd="0" destOrd="0" presId="urn:microsoft.com/office/officeart/2005/8/layout/orgChart1"/>
    <dgm:cxn modelId="{86AB794D-38EA-5D43-B1BE-84194DD5BD25}" type="presParOf" srcId="{25EC445B-10C9-D445-B4F6-5A2422814866}" destId="{BE821C58-BA34-C845-BFB3-23EDED02E877}" srcOrd="1" destOrd="0" presId="urn:microsoft.com/office/officeart/2005/8/layout/orgChart1"/>
    <dgm:cxn modelId="{40DBA26F-930D-3747-9D3A-338B57F8F805}" type="presParOf" srcId="{3AD25C31-7EC7-ED4D-93DC-5D1C71814DBC}" destId="{A8223905-C5C5-F448-AAB4-E4DDDE3BA605}" srcOrd="1" destOrd="0" presId="urn:microsoft.com/office/officeart/2005/8/layout/orgChart1"/>
    <dgm:cxn modelId="{339B60EE-3BC5-E440-9BD8-71676A5A5EC2}" type="presParOf" srcId="{3AD25C31-7EC7-ED4D-93DC-5D1C71814DBC}" destId="{7E3649BE-E830-1440-A7A3-DEF1BF202E3E}" srcOrd="2" destOrd="0" presId="urn:microsoft.com/office/officeart/2005/8/layout/orgChart1"/>
    <dgm:cxn modelId="{BAAA2C28-BC9B-564D-9612-6C9ACE9EE85E}" type="presParOf" srcId="{B81120AA-825D-BB49-A4D3-26A1E44FA018}" destId="{B279987B-CBE0-E248-8387-68AAB7154F59}" srcOrd="4" destOrd="0" presId="urn:microsoft.com/office/officeart/2005/8/layout/orgChart1"/>
    <dgm:cxn modelId="{F6CA9C26-B3DD-EB4F-8598-FE223F56705B}" type="presParOf" srcId="{B81120AA-825D-BB49-A4D3-26A1E44FA018}" destId="{B52C9480-36D0-CC46-ADFC-EC2E48B2324C}" srcOrd="5" destOrd="0" presId="urn:microsoft.com/office/officeart/2005/8/layout/orgChart1"/>
    <dgm:cxn modelId="{C53ABB0A-423D-DB46-8562-E2A6342F0FE2}" type="presParOf" srcId="{B52C9480-36D0-CC46-ADFC-EC2E48B2324C}" destId="{134D405B-6CE2-7247-8E02-49B6509A6BDF}" srcOrd="0" destOrd="0" presId="urn:microsoft.com/office/officeart/2005/8/layout/orgChart1"/>
    <dgm:cxn modelId="{E846F6E7-CB75-3D44-AA4F-BEE071C983F5}" type="presParOf" srcId="{134D405B-6CE2-7247-8E02-49B6509A6BDF}" destId="{932FEB80-CD14-EA45-8DD5-BB684E9F6006}" srcOrd="0" destOrd="0" presId="urn:microsoft.com/office/officeart/2005/8/layout/orgChart1"/>
    <dgm:cxn modelId="{C28CD4FA-41AB-A545-97E6-BD7E0A68D640}" type="presParOf" srcId="{134D405B-6CE2-7247-8E02-49B6509A6BDF}" destId="{52F5984A-40F7-914F-840A-7FF63DA2DD2C}" srcOrd="1" destOrd="0" presId="urn:microsoft.com/office/officeart/2005/8/layout/orgChart1"/>
    <dgm:cxn modelId="{FCAA3708-3C2E-BB4E-882A-9F97EEDF44D5}" type="presParOf" srcId="{B52C9480-36D0-CC46-ADFC-EC2E48B2324C}" destId="{D3C0EC06-73AD-0F4C-95AF-2736BFA6FBB4}" srcOrd="1" destOrd="0" presId="urn:microsoft.com/office/officeart/2005/8/layout/orgChart1"/>
    <dgm:cxn modelId="{682F8316-34B2-804F-BA18-BB961A45411F}" type="presParOf" srcId="{B52C9480-36D0-CC46-ADFC-EC2E48B2324C}" destId="{7AC0DEF7-2555-F042-80D5-A9289B1EB4AC}" srcOrd="2" destOrd="0" presId="urn:microsoft.com/office/officeart/2005/8/layout/orgChart1"/>
    <dgm:cxn modelId="{ABCC08DC-1EBD-C84B-90E5-660E0F1E3FDB}" type="presParOf" srcId="{F236126D-FF6E-CB4E-BE20-46A17378025B}" destId="{6E9F5397-F4C1-F647-8A1B-FDFB14200684}" srcOrd="2" destOrd="0" presId="urn:microsoft.com/office/officeart/2005/8/layout/orgChart1"/>
    <dgm:cxn modelId="{B92433C0-5419-8B41-9568-E5691FF691DA}" type="presParOf" srcId="{1A83CBE2-776C-EB46-B248-EA5FE1D758D0}" destId="{E0B7DABE-E271-4945-8E38-666E522274B6}" srcOrd="8" destOrd="0" presId="urn:microsoft.com/office/officeart/2005/8/layout/orgChart1"/>
    <dgm:cxn modelId="{BCF6F78E-63C6-5C4F-A4D8-F37649A428C1}" type="presParOf" srcId="{1A83CBE2-776C-EB46-B248-EA5FE1D758D0}" destId="{EF740D45-16BB-D04E-AF3B-DAD53483CDC3}" srcOrd="9" destOrd="0" presId="urn:microsoft.com/office/officeart/2005/8/layout/orgChart1"/>
    <dgm:cxn modelId="{124838F4-FBBB-154A-9569-337DB971E2C2}" type="presParOf" srcId="{EF740D45-16BB-D04E-AF3B-DAD53483CDC3}" destId="{A136CB9B-989F-3648-8D4F-E3EC17B08E7A}" srcOrd="0" destOrd="0" presId="urn:microsoft.com/office/officeart/2005/8/layout/orgChart1"/>
    <dgm:cxn modelId="{990E3434-9D58-BD46-A7B5-30A6948CA245}" type="presParOf" srcId="{A136CB9B-989F-3648-8D4F-E3EC17B08E7A}" destId="{FAB7ED0E-4239-E745-BA55-B581D852E1A8}" srcOrd="0" destOrd="0" presId="urn:microsoft.com/office/officeart/2005/8/layout/orgChart1"/>
    <dgm:cxn modelId="{CC64FC8C-4F88-1549-B058-5C88BCA29E2B}" type="presParOf" srcId="{A136CB9B-989F-3648-8D4F-E3EC17B08E7A}" destId="{10F4FA86-D7A7-C54A-9D9E-E784F8BA7F16}" srcOrd="1" destOrd="0" presId="urn:microsoft.com/office/officeart/2005/8/layout/orgChart1"/>
    <dgm:cxn modelId="{F1AB5756-A2AF-154E-81E4-BBC6A9F6A503}" type="presParOf" srcId="{EF740D45-16BB-D04E-AF3B-DAD53483CDC3}" destId="{34FC47F3-A2F8-1844-BB34-68498EA3B0AA}" srcOrd="1" destOrd="0" presId="urn:microsoft.com/office/officeart/2005/8/layout/orgChart1"/>
    <dgm:cxn modelId="{C03BC149-010E-F846-BBF4-143461A43C02}" type="presParOf" srcId="{34FC47F3-A2F8-1844-BB34-68498EA3B0AA}" destId="{71FCAA71-8F9A-5443-99E0-45681F12A166}" srcOrd="0" destOrd="0" presId="urn:microsoft.com/office/officeart/2005/8/layout/orgChart1"/>
    <dgm:cxn modelId="{8E828291-9700-6E4F-8EB7-D3F878372994}" type="presParOf" srcId="{34FC47F3-A2F8-1844-BB34-68498EA3B0AA}" destId="{6E110C79-BF2D-5C4A-A87D-39173FBE0A4E}" srcOrd="1" destOrd="0" presId="urn:microsoft.com/office/officeart/2005/8/layout/orgChart1"/>
    <dgm:cxn modelId="{1A523217-8CCF-8C42-9E15-9E5E5E17C331}" type="presParOf" srcId="{6E110C79-BF2D-5C4A-A87D-39173FBE0A4E}" destId="{212ACC87-D76E-4D46-85EA-E8E70AE98587}" srcOrd="0" destOrd="0" presId="urn:microsoft.com/office/officeart/2005/8/layout/orgChart1"/>
    <dgm:cxn modelId="{7F7D3660-C7DA-B947-AE08-AF8DD16DF234}" type="presParOf" srcId="{212ACC87-D76E-4D46-85EA-E8E70AE98587}" destId="{1FCCF6DF-B9D6-7F43-860C-B6C8867A8FD7}" srcOrd="0" destOrd="0" presId="urn:microsoft.com/office/officeart/2005/8/layout/orgChart1"/>
    <dgm:cxn modelId="{051AEF95-81E3-AA43-A3C3-F2F91B5A4393}" type="presParOf" srcId="{212ACC87-D76E-4D46-85EA-E8E70AE98587}" destId="{F43CC801-AB59-9045-84DB-C16AB16BF0BD}" srcOrd="1" destOrd="0" presId="urn:microsoft.com/office/officeart/2005/8/layout/orgChart1"/>
    <dgm:cxn modelId="{BF5892C4-FE28-D644-8C22-64EC85111491}" type="presParOf" srcId="{6E110C79-BF2D-5C4A-A87D-39173FBE0A4E}" destId="{9FF02481-74A1-DB49-9FCA-3F3D12CF629F}" srcOrd="1" destOrd="0" presId="urn:microsoft.com/office/officeart/2005/8/layout/orgChart1"/>
    <dgm:cxn modelId="{B8C7A43C-C444-9249-B345-9244E255EF96}" type="presParOf" srcId="{9FF02481-74A1-DB49-9FCA-3F3D12CF629F}" destId="{5BE098D7-5DB7-EC4F-8E76-88B8AFFB95A0}" srcOrd="0" destOrd="0" presId="urn:microsoft.com/office/officeart/2005/8/layout/orgChart1"/>
    <dgm:cxn modelId="{B484E3E4-EAD3-B947-80A6-6B40A0D5DD10}" type="presParOf" srcId="{9FF02481-74A1-DB49-9FCA-3F3D12CF629F}" destId="{586BFF7B-D553-C34B-BCD3-808082995B9D}" srcOrd="1" destOrd="0" presId="urn:microsoft.com/office/officeart/2005/8/layout/orgChart1"/>
    <dgm:cxn modelId="{96038934-7CF0-484B-9345-091728454A98}" type="presParOf" srcId="{586BFF7B-D553-C34B-BCD3-808082995B9D}" destId="{7E5AA790-F9CE-1C4D-99F1-3F3F85815E57}" srcOrd="0" destOrd="0" presId="urn:microsoft.com/office/officeart/2005/8/layout/orgChart1"/>
    <dgm:cxn modelId="{F5CE81C2-B15C-3A46-BFFA-9975706488A1}" type="presParOf" srcId="{7E5AA790-F9CE-1C4D-99F1-3F3F85815E57}" destId="{7B8801EC-3298-644D-A422-9902F2C5F0B6}" srcOrd="0" destOrd="0" presId="urn:microsoft.com/office/officeart/2005/8/layout/orgChart1"/>
    <dgm:cxn modelId="{D6E05204-40BF-3349-9564-DDB56382E6AD}" type="presParOf" srcId="{7E5AA790-F9CE-1C4D-99F1-3F3F85815E57}" destId="{1F9F832F-A38F-EC48-AE57-2D12671945EF}" srcOrd="1" destOrd="0" presId="urn:microsoft.com/office/officeart/2005/8/layout/orgChart1"/>
    <dgm:cxn modelId="{5695F664-82C9-C44E-B02F-926849ED51BA}" type="presParOf" srcId="{586BFF7B-D553-C34B-BCD3-808082995B9D}" destId="{5E8B26E2-8D01-1B4D-BA67-FAB9D2C255CE}" srcOrd="1" destOrd="0" presId="urn:microsoft.com/office/officeart/2005/8/layout/orgChart1"/>
    <dgm:cxn modelId="{BEB35E22-88EF-E547-BF1B-44CB0E3CC70D}" type="presParOf" srcId="{586BFF7B-D553-C34B-BCD3-808082995B9D}" destId="{0C8194D9-3877-A348-B5C9-0E1BB4B227C7}" srcOrd="2" destOrd="0" presId="urn:microsoft.com/office/officeart/2005/8/layout/orgChart1"/>
    <dgm:cxn modelId="{F9F19A32-A099-7742-8CCB-38665F592341}" type="presParOf" srcId="{9FF02481-74A1-DB49-9FCA-3F3D12CF629F}" destId="{812352A6-8751-0B4E-8BAD-F2AEF127254C}" srcOrd="2" destOrd="0" presId="urn:microsoft.com/office/officeart/2005/8/layout/orgChart1"/>
    <dgm:cxn modelId="{4A82B6B4-D110-0140-8C86-54FC5A48F8A2}" type="presParOf" srcId="{9FF02481-74A1-DB49-9FCA-3F3D12CF629F}" destId="{609D8D7D-986B-904A-AA9E-4D5697A1108A}" srcOrd="3" destOrd="0" presId="urn:microsoft.com/office/officeart/2005/8/layout/orgChart1"/>
    <dgm:cxn modelId="{B34A931A-0CAD-7E43-8401-4E392F28DAED}" type="presParOf" srcId="{609D8D7D-986B-904A-AA9E-4D5697A1108A}" destId="{1A849041-ED61-294E-B803-EDA0F6B0A500}" srcOrd="0" destOrd="0" presId="urn:microsoft.com/office/officeart/2005/8/layout/orgChart1"/>
    <dgm:cxn modelId="{20C7AA9C-2E28-1A40-94E3-DF8F27C20081}" type="presParOf" srcId="{1A849041-ED61-294E-B803-EDA0F6B0A500}" destId="{1733DA29-CE77-2A4D-A7A8-03D0F7F098C0}" srcOrd="0" destOrd="0" presId="urn:microsoft.com/office/officeart/2005/8/layout/orgChart1"/>
    <dgm:cxn modelId="{548C041C-13D9-1942-A580-CC6527490A8B}" type="presParOf" srcId="{1A849041-ED61-294E-B803-EDA0F6B0A500}" destId="{4370EDCE-CEB9-AE46-B236-782A905E3C0D}" srcOrd="1" destOrd="0" presId="urn:microsoft.com/office/officeart/2005/8/layout/orgChart1"/>
    <dgm:cxn modelId="{B63FB321-512A-B143-B944-A37D97BD8565}" type="presParOf" srcId="{609D8D7D-986B-904A-AA9E-4D5697A1108A}" destId="{BF2321A7-E95E-F341-8B01-D7F7C373ACA5}" srcOrd="1" destOrd="0" presId="urn:microsoft.com/office/officeart/2005/8/layout/orgChart1"/>
    <dgm:cxn modelId="{7DB49A7C-EBCC-0240-B4D7-606D5B741168}" type="presParOf" srcId="{609D8D7D-986B-904A-AA9E-4D5697A1108A}" destId="{389AF8BB-6307-F34E-8D9F-89F8B412C020}" srcOrd="2" destOrd="0" presId="urn:microsoft.com/office/officeart/2005/8/layout/orgChart1"/>
    <dgm:cxn modelId="{F995830E-1B0D-7943-84B4-FD876DEF1389}" type="presParOf" srcId="{6E110C79-BF2D-5C4A-A87D-39173FBE0A4E}" destId="{5FD72857-52C1-4D4B-AADE-3E5F81C09EA4}" srcOrd="2" destOrd="0" presId="urn:microsoft.com/office/officeart/2005/8/layout/orgChart1"/>
    <dgm:cxn modelId="{E139618D-8B37-CA4F-93BF-A4C4BC076B76}" type="presParOf" srcId="{34FC47F3-A2F8-1844-BB34-68498EA3B0AA}" destId="{40782FC9-95FD-7647-9872-7C8EB6489205}" srcOrd="2" destOrd="0" presId="urn:microsoft.com/office/officeart/2005/8/layout/orgChart1"/>
    <dgm:cxn modelId="{CB9A879E-D854-1549-AD07-BA1513DF7E72}" type="presParOf" srcId="{34FC47F3-A2F8-1844-BB34-68498EA3B0AA}" destId="{47941E22-45AE-E54E-97FF-B67284D2DE88}" srcOrd="3" destOrd="0" presId="urn:microsoft.com/office/officeart/2005/8/layout/orgChart1"/>
    <dgm:cxn modelId="{8960E5E7-312F-964F-B76E-D9BCD0D2AAC5}" type="presParOf" srcId="{47941E22-45AE-E54E-97FF-B67284D2DE88}" destId="{084D0D32-1BE5-C54A-8618-92B6611FD78C}" srcOrd="0" destOrd="0" presId="urn:microsoft.com/office/officeart/2005/8/layout/orgChart1"/>
    <dgm:cxn modelId="{B5FCE654-BC75-B844-BC8B-1408B5F41106}" type="presParOf" srcId="{084D0D32-1BE5-C54A-8618-92B6611FD78C}" destId="{83B3AF30-52BD-3341-B9FB-2EA7FF54F841}" srcOrd="0" destOrd="0" presId="urn:microsoft.com/office/officeart/2005/8/layout/orgChart1"/>
    <dgm:cxn modelId="{A4F89944-E1C5-6947-B154-35D676FCCA05}" type="presParOf" srcId="{084D0D32-1BE5-C54A-8618-92B6611FD78C}" destId="{0F87FD0F-E553-4E4B-A489-F8CB41C8F0CB}" srcOrd="1" destOrd="0" presId="urn:microsoft.com/office/officeart/2005/8/layout/orgChart1"/>
    <dgm:cxn modelId="{AE172107-7601-5F4B-8D09-39205241374B}" type="presParOf" srcId="{47941E22-45AE-E54E-97FF-B67284D2DE88}" destId="{12DE90F1-242E-BB49-BF49-03C71F381A89}" srcOrd="1" destOrd="0" presId="urn:microsoft.com/office/officeart/2005/8/layout/orgChart1"/>
    <dgm:cxn modelId="{24289779-C748-0841-A873-B516C9245535}" type="presParOf" srcId="{12DE90F1-242E-BB49-BF49-03C71F381A89}" destId="{B644088D-0F97-274C-A60D-6CDF9307EEBD}" srcOrd="0" destOrd="0" presId="urn:microsoft.com/office/officeart/2005/8/layout/orgChart1"/>
    <dgm:cxn modelId="{4D9A0D22-254A-7E44-992B-BC25AAB79BA8}" type="presParOf" srcId="{12DE90F1-242E-BB49-BF49-03C71F381A89}" destId="{B6E3F30B-287D-0A40-83F3-E0C54DF21E44}" srcOrd="1" destOrd="0" presId="urn:microsoft.com/office/officeart/2005/8/layout/orgChart1"/>
    <dgm:cxn modelId="{9E4F730F-F711-4345-A2F5-E744318B9217}" type="presParOf" srcId="{B6E3F30B-287D-0A40-83F3-E0C54DF21E44}" destId="{FE8E2E46-2D0A-684B-8A8F-4440D5CCC232}" srcOrd="0" destOrd="0" presId="urn:microsoft.com/office/officeart/2005/8/layout/orgChart1"/>
    <dgm:cxn modelId="{9001D2D6-4E08-BF48-9671-D44CACFCC091}" type="presParOf" srcId="{FE8E2E46-2D0A-684B-8A8F-4440D5CCC232}" destId="{BE79A9B2-730F-1E4E-A3F4-D73F4D710E30}" srcOrd="0" destOrd="0" presId="urn:microsoft.com/office/officeart/2005/8/layout/orgChart1"/>
    <dgm:cxn modelId="{EE27EE6F-2CAE-BC4C-A85E-FE1AC45AEFC9}" type="presParOf" srcId="{FE8E2E46-2D0A-684B-8A8F-4440D5CCC232}" destId="{551CB20F-0B83-A247-BF5C-B24954869050}" srcOrd="1" destOrd="0" presId="urn:microsoft.com/office/officeart/2005/8/layout/orgChart1"/>
    <dgm:cxn modelId="{C87ED8B2-0120-9944-BEAF-0DCEC41F7C6E}" type="presParOf" srcId="{B6E3F30B-287D-0A40-83F3-E0C54DF21E44}" destId="{E033253F-60C5-7D49-8BE5-0FE9360FBD57}" srcOrd="1" destOrd="0" presId="urn:microsoft.com/office/officeart/2005/8/layout/orgChart1"/>
    <dgm:cxn modelId="{64883197-82DA-5045-85FF-39747CC22BAE}" type="presParOf" srcId="{B6E3F30B-287D-0A40-83F3-E0C54DF21E44}" destId="{EAB11E99-9DB5-FE4C-A86E-5C0096BF8BFD}" srcOrd="2" destOrd="0" presId="urn:microsoft.com/office/officeart/2005/8/layout/orgChart1"/>
    <dgm:cxn modelId="{E308E1CA-21F4-ED4A-A0A4-5B77CEEA98AB}" type="presParOf" srcId="{12DE90F1-242E-BB49-BF49-03C71F381A89}" destId="{15BF6C30-4208-8145-B234-DF576B089838}" srcOrd="2" destOrd="0" presId="urn:microsoft.com/office/officeart/2005/8/layout/orgChart1"/>
    <dgm:cxn modelId="{BB86A50E-D182-6F4C-B4B5-45A685C1FAED}" type="presParOf" srcId="{12DE90F1-242E-BB49-BF49-03C71F381A89}" destId="{263D8BE3-BD37-0240-B8A7-A54D7A1F7DEE}" srcOrd="3" destOrd="0" presId="urn:microsoft.com/office/officeart/2005/8/layout/orgChart1"/>
    <dgm:cxn modelId="{54494348-DE60-6B45-9BEF-0A3C45C4970E}" type="presParOf" srcId="{263D8BE3-BD37-0240-B8A7-A54D7A1F7DEE}" destId="{DB208287-11DC-824A-A846-FCB434F0589B}" srcOrd="0" destOrd="0" presId="urn:microsoft.com/office/officeart/2005/8/layout/orgChart1"/>
    <dgm:cxn modelId="{6B69DD22-8717-9A43-92AB-B15431DE3AA9}" type="presParOf" srcId="{DB208287-11DC-824A-A846-FCB434F0589B}" destId="{A8DF82CC-CD72-3545-A9D9-E3B12D76A333}" srcOrd="0" destOrd="0" presId="urn:microsoft.com/office/officeart/2005/8/layout/orgChart1"/>
    <dgm:cxn modelId="{F1A4E4AB-9B1C-CB45-9034-23D25B867F04}" type="presParOf" srcId="{DB208287-11DC-824A-A846-FCB434F0589B}" destId="{8D70B1C5-7D24-2048-8E67-0768EC25A133}" srcOrd="1" destOrd="0" presId="urn:microsoft.com/office/officeart/2005/8/layout/orgChart1"/>
    <dgm:cxn modelId="{6E5B6870-84DB-E340-8C50-133757D93F46}" type="presParOf" srcId="{263D8BE3-BD37-0240-B8A7-A54D7A1F7DEE}" destId="{826D2ECA-4C4E-C844-9596-AF03CD6A9373}" srcOrd="1" destOrd="0" presId="urn:microsoft.com/office/officeart/2005/8/layout/orgChart1"/>
    <dgm:cxn modelId="{F724732F-0CEC-2A41-BBCE-077D5A2FF064}" type="presParOf" srcId="{263D8BE3-BD37-0240-B8A7-A54D7A1F7DEE}" destId="{2C1866EA-C1E4-EB4F-A930-E6C74B579260}" srcOrd="2" destOrd="0" presId="urn:microsoft.com/office/officeart/2005/8/layout/orgChart1"/>
    <dgm:cxn modelId="{87C34222-2E9C-3047-A73B-68EE9CF173CE}" type="presParOf" srcId="{47941E22-45AE-E54E-97FF-B67284D2DE88}" destId="{0A7879F0-49D4-A748-9955-346DACF6CFDD}" srcOrd="2" destOrd="0" presId="urn:microsoft.com/office/officeart/2005/8/layout/orgChart1"/>
    <dgm:cxn modelId="{ABD70D2D-21A4-AB44-A910-94188E8B2B92}" type="presParOf" srcId="{EF740D45-16BB-D04E-AF3B-DAD53483CDC3}" destId="{7243E4D4-348C-0C45-9449-34BD864A1900}" srcOrd="2" destOrd="0" presId="urn:microsoft.com/office/officeart/2005/8/layout/orgChart1"/>
    <dgm:cxn modelId="{72F775A8-DEB9-D548-8D83-9F48FD7D2FCE}" type="presParOf" srcId="{0FFE0466-9DCE-EC45-B9F1-A2A9865F367B}" destId="{5CF97410-214E-C749-A306-8FEC6D3F0B9D}" srcOrd="2" destOrd="0" presId="urn:microsoft.com/office/officeart/2005/8/layout/orgChart1"/>
  </dgm:cxnLst>
  <dgm:bg>
    <a:effectLst/>
  </dgm:bg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BF6C30-4208-8145-B234-DF576B089838}">
      <dsp:nvSpPr>
        <dsp:cNvPr id="0" name=""/>
        <dsp:cNvSpPr/>
      </dsp:nvSpPr>
      <dsp:spPr>
        <a:xfrm>
          <a:off x="9954720" y="2370895"/>
          <a:ext cx="169249" cy="13201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147"/>
              </a:lnTo>
              <a:lnTo>
                <a:pt x="169249" y="1320147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44088D-0F97-274C-A60D-6CDF9307EEBD}">
      <dsp:nvSpPr>
        <dsp:cNvPr id="0" name=""/>
        <dsp:cNvSpPr/>
      </dsp:nvSpPr>
      <dsp:spPr>
        <a:xfrm>
          <a:off x="9954720" y="2370895"/>
          <a:ext cx="169249" cy="519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9032"/>
              </a:lnTo>
              <a:lnTo>
                <a:pt x="169249" y="519032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0782FC9-95FD-7647-9872-7C8EB6489205}">
      <dsp:nvSpPr>
        <dsp:cNvPr id="0" name=""/>
        <dsp:cNvSpPr/>
      </dsp:nvSpPr>
      <dsp:spPr>
        <a:xfrm>
          <a:off x="9723412" y="1569780"/>
          <a:ext cx="682640" cy="2369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74"/>
              </a:lnTo>
              <a:lnTo>
                <a:pt x="682640" y="118474"/>
              </a:lnTo>
              <a:lnTo>
                <a:pt x="682640" y="236949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2352A6-8751-0B4E-8BAD-F2AEF127254C}">
      <dsp:nvSpPr>
        <dsp:cNvPr id="0" name=""/>
        <dsp:cNvSpPr/>
      </dsp:nvSpPr>
      <dsp:spPr>
        <a:xfrm>
          <a:off x="8589439" y="2370895"/>
          <a:ext cx="169249" cy="13201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147"/>
              </a:lnTo>
              <a:lnTo>
                <a:pt x="169249" y="1320147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E098D7-5DB7-EC4F-8E76-88B8AFFB95A0}">
      <dsp:nvSpPr>
        <dsp:cNvPr id="0" name=""/>
        <dsp:cNvSpPr/>
      </dsp:nvSpPr>
      <dsp:spPr>
        <a:xfrm>
          <a:off x="8589439" y="2370895"/>
          <a:ext cx="169249" cy="519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9032"/>
              </a:lnTo>
              <a:lnTo>
                <a:pt x="169249" y="519032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FCAA71-8F9A-5443-99E0-45681F12A166}">
      <dsp:nvSpPr>
        <dsp:cNvPr id="0" name=""/>
        <dsp:cNvSpPr/>
      </dsp:nvSpPr>
      <dsp:spPr>
        <a:xfrm>
          <a:off x="9040772" y="1569780"/>
          <a:ext cx="682640" cy="236949"/>
        </a:xfrm>
        <a:custGeom>
          <a:avLst/>
          <a:gdLst/>
          <a:ahLst/>
          <a:cxnLst/>
          <a:rect l="0" t="0" r="0" b="0"/>
          <a:pathLst>
            <a:path>
              <a:moveTo>
                <a:pt x="682640" y="0"/>
              </a:moveTo>
              <a:lnTo>
                <a:pt x="682640" y="118474"/>
              </a:lnTo>
              <a:lnTo>
                <a:pt x="0" y="118474"/>
              </a:lnTo>
              <a:lnTo>
                <a:pt x="0" y="236949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B7DABE-E271-4945-8E38-666E522274B6}">
      <dsp:nvSpPr>
        <dsp:cNvPr id="0" name=""/>
        <dsp:cNvSpPr/>
      </dsp:nvSpPr>
      <dsp:spPr>
        <a:xfrm>
          <a:off x="5486530" y="768665"/>
          <a:ext cx="4236882" cy="2369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74"/>
              </a:lnTo>
              <a:lnTo>
                <a:pt x="4236882" y="118474"/>
              </a:lnTo>
              <a:lnTo>
                <a:pt x="4236882" y="236949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6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79987B-CBE0-E248-8387-68AAB7154F59}">
      <dsp:nvSpPr>
        <dsp:cNvPr id="0" name=""/>
        <dsp:cNvSpPr/>
      </dsp:nvSpPr>
      <dsp:spPr>
        <a:xfrm>
          <a:off x="6942076" y="1569780"/>
          <a:ext cx="169249" cy="21212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1261"/>
              </a:lnTo>
              <a:lnTo>
                <a:pt x="169249" y="2121261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7D67AD-AE7E-2B43-B8FD-7C2DDEE6C5BD}">
      <dsp:nvSpPr>
        <dsp:cNvPr id="0" name=""/>
        <dsp:cNvSpPr/>
      </dsp:nvSpPr>
      <dsp:spPr>
        <a:xfrm>
          <a:off x="6942076" y="1569780"/>
          <a:ext cx="169249" cy="13201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147"/>
              </a:lnTo>
              <a:lnTo>
                <a:pt x="169249" y="1320147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B3E03D-0B41-CC4A-A799-BFE272F6B2C4}">
      <dsp:nvSpPr>
        <dsp:cNvPr id="0" name=""/>
        <dsp:cNvSpPr/>
      </dsp:nvSpPr>
      <dsp:spPr>
        <a:xfrm>
          <a:off x="6942076" y="1569780"/>
          <a:ext cx="169249" cy="519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9032"/>
              </a:lnTo>
              <a:lnTo>
                <a:pt x="169249" y="519032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8B073C-E368-6246-A09D-48FAF13C9ACD}">
      <dsp:nvSpPr>
        <dsp:cNvPr id="0" name=""/>
        <dsp:cNvSpPr/>
      </dsp:nvSpPr>
      <dsp:spPr>
        <a:xfrm>
          <a:off x="5486530" y="768665"/>
          <a:ext cx="1906879" cy="2369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74"/>
              </a:lnTo>
              <a:lnTo>
                <a:pt x="1906879" y="118474"/>
              </a:lnTo>
              <a:lnTo>
                <a:pt x="1906879" y="236949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6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9851C5-DF34-584A-84E5-71AF3044B7C6}">
      <dsp:nvSpPr>
        <dsp:cNvPr id="0" name=""/>
        <dsp:cNvSpPr/>
      </dsp:nvSpPr>
      <dsp:spPr>
        <a:xfrm>
          <a:off x="5576796" y="1569780"/>
          <a:ext cx="169249" cy="13201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147"/>
              </a:lnTo>
              <a:lnTo>
                <a:pt x="169249" y="1320147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73B8E2-ECD2-9A43-B577-A2330E3D9DD7}">
      <dsp:nvSpPr>
        <dsp:cNvPr id="0" name=""/>
        <dsp:cNvSpPr/>
      </dsp:nvSpPr>
      <dsp:spPr>
        <a:xfrm>
          <a:off x="5576796" y="1569780"/>
          <a:ext cx="169249" cy="519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9032"/>
              </a:lnTo>
              <a:lnTo>
                <a:pt x="169249" y="519032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25165F-64DD-C84D-8682-A617266D248B}">
      <dsp:nvSpPr>
        <dsp:cNvPr id="0" name=""/>
        <dsp:cNvSpPr/>
      </dsp:nvSpPr>
      <dsp:spPr>
        <a:xfrm>
          <a:off x="5486530" y="768665"/>
          <a:ext cx="541598" cy="2369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74"/>
              </a:lnTo>
              <a:lnTo>
                <a:pt x="541598" y="118474"/>
              </a:lnTo>
              <a:lnTo>
                <a:pt x="541598" y="236949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6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056184-D595-6849-81BB-7535E27F879B}">
      <dsp:nvSpPr>
        <dsp:cNvPr id="0" name=""/>
        <dsp:cNvSpPr/>
      </dsp:nvSpPr>
      <dsp:spPr>
        <a:xfrm>
          <a:off x="4211516" y="2370895"/>
          <a:ext cx="169249" cy="21212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1261"/>
              </a:lnTo>
              <a:lnTo>
                <a:pt x="169249" y="2121261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AF21C1-5316-E54F-AF31-67E8A7BF5034}">
      <dsp:nvSpPr>
        <dsp:cNvPr id="0" name=""/>
        <dsp:cNvSpPr/>
      </dsp:nvSpPr>
      <dsp:spPr>
        <a:xfrm>
          <a:off x="4211516" y="2370895"/>
          <a:ext cx="169249" cy="13201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147"/>
              </a:lnTo>
              <a:lnTo>
                <a:pt x="169249" y="1320147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FE8BE3-4FD0-7543-80F7-2CBD6103E4E8}">
      <dsp:nvSpPr>
        <dsp:cNvPr id="0" name=""/>
        <dsp:cNvSpPr/>
      </dsp:nvSpPr>
      <dsp:spPr>
        <a:xfrm>
          <a:off x="4211516" y="2370895"/>
          <a:ext cx="169249" cy="519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9032"/>
              </a:lnTo>
              <a:lnTo>
                <a:pt x="169249" y="519032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6B139C-7F39-2D4E-B049-73CA256D1207}">
      <dsp:nvSpPr>
        <dsp:cNvPr id="0" name=""/>
        <dsp:cNvSpPr/>
      </dsp:nvSpPr>
      <dsp:spPr>
        <a:xfrm>
          <a:off x="3980208" y="1569780"/>
          <a:ext cx="682640" cy="2369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74"/>
              </a:lnTo>
              <a:lnTo>
                <a:pt x="682640" y="118474"/>
              </a:lnTo>
              <a:lnTo>
                <a:pt x="682640" y="236949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88D3DD-7D5C-E84F-B654-755754773DD7}">
      <dsp:nvSpPr>
        <dsp:cNvPr id="0" name=""/>
        <dsp:cNvSpPr/>
      </dsp:nvSpPr>
      <dsp:spPr>
        <a:xfrm>
          <a:off x="2846235" y="2370895"/>
          <a:ext cx="169249" cy="21212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1261"/>
              </a:lnTo>
              <a:lnTo>
                <a:pt x="169249" y="2121261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66C55D-6BC5-1C4A-944B-AF7C3C71002A}">
      <dsp:nvSpPr>
        <dsp:cNvPr id="0" name=""/>
        <dsp:cNvSpPr/>
      </dsp:nvSpPr>
      <dsp:spPr>
        <a:xfrm>
          <a:off x="2846235" y="2370895"/>
          <a:ext cx="169249" cy="13201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147"/>
              </a:lnTo>
              <a:lnTo>
                <a:pt x="169249" y="1320147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04EAA1-0A96-094C-BDE3-5DFF746E982A}">
      <dsp:nvSpPr>
        <dsp:cNvPr id="0" name=""/>
        <dsp:cNvSpPr/>
      </dsp:nvSpPr>
      <dsp:spPr>
        <a:xfrm>
          <a:off x="2846235" y="2370895"/>
          <a:ext cx="169249" cy="519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9032"/>
              </a:lnTo>
              <a:lnTo>
                <a:pt x="169249" y="519032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583E7B-04F5-7C42-A46D-2B13A374699C}">
      <dsp:nvSpPr>
        <dsp:cNvPr id="0" name=""/>
        <dsp:cNvSpPr/>
      </dsp:nvSpPr>
      <dsp:spPr>
        <a:xfrm>
          <a:off x="3297568" y="1569780"/>
          <a:ext cx="682640" cy="236949"/>
        </a:xfrm>
        <a:custGeom>
          <a:avLst/>
          <a:gdLst/>
          <a:ahLst/>
          <a:cxnLst/>
          <a:rect l="0" t="0" r="0" b="0"/>
          <a:pathLst>
            <a:path>
              <a:moveTo>
                <a:pt x="682640" y="0"/>
              </a:moveTo>
              <a:lnTo>
                <a:pt x="682640" y="118474"/>
              </a:lnTo>
              <a:lnTo>
                <a:pt x="0" y="118474"/>
              </a:lnTo>
              <a:lnTo>
                <a:pt x="0" y="236949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325F74-CE22-F040-BE81-13FBEFCEA26C}">
      <dsp:nvSpPr>
        <dsp:cNvPr id="0" name=""/>
        <dsp:cNvSpPr/>
      </dsp:nvSpPr>
      <dsp:spPr>
        <a:xfrm>
          <a:off x="3980208" y="768665"/>
          <a:ext cx="1506321" cy="236949"/>
        </a:xfrm>
        <a:custGeom>
          <a:avLst/>
          <a:gdLst/>
          <a:ahLst/>
          <a:cxnLst/>
          <a:rect l="0" t="0" r="0" b="0"/>
          <a:pathLst>
            <a:path>
              <a:moveTo>
                <a:pt x="1506321" y="0"/>
              </a:moveTo>
              <a:lnTo>
                <a:pt x="1506321" y="118474"/>
              </a:lnTo>
              <a:lnTo>
                <a:pt x="0" y="118474"/>
              </a:lnTo>
              <a:lnTo>
                <a:pt x="0" y="236949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6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BEA50B-A258-1C43-8815-E64EB0D06074}">
      <dsp:nvSpPr>
        <dsp:cNvPr id="0" name=""/>
        <dsp:cNvSpPr/>
      </dsp:nvSpPr>
      <dsp:spPr>
        <a:xfrm>
          <a:off x="1480955" y="2370895"/>
          <a:ext cx="169249" cy="13201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147"/>
              </a:lnTo>
              <a:lnTo>
                <a:pt x="169249" y="1320147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FAFFB7-EEDF-884F-9B5C-55EEABA6D13F}">
      <dsp:nvSpPr>
        <dsp:cNvPr id="0" name=""/>
        <dsp:cNvSpPr/>
      </dsp:nvSpPr>
      <dsp:spPr>
        <a:xfrm>
          <a:off x="1480955" y="2370895"/>
          <a:ext cx="169249" cy="519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9032"/>
              </a:lnTo>
              <a:lnTo>
                <a:pt x="169249" y="519032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E452BB-E1EC-A948-9233-57015D6AA7C6}">
      <dsp:nvSpPr>
        <dsp:cNvPr id="0" name=""/>
        <dsp:cNvSpPr/>
      </dsp:nvSpPr>
      <dsp:spPr>
        <a:xfrm>
          <a:off x="1249647" y="1569780"/>
          <a:ext cx="682640" cy="2369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8474"/>
              </a:lnTo>
              <a:lnTo>
                <a:pt x="682640" y="118474"/>
              </a:lnTo>
              <a:lnTo>
                <a:pt x="682640" y="236949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3F4AA87-7E40-5945-A252-33702E9DDFEB}">
      <dsp:nvSpPr>
        <dsp:cNvPr id="0" name=""/>
        <dsp:cNvSpPr/>
      </dsp:nvSpPr>
      <dsp:spPr>
        <a:xfrm>
          <a:off x="115675" y="2370895"/>
          <a:ext cx="169249" cy="13201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20147"/>
              </a:lnTo>
              <a:lnTo>
                <a:pt x="169249" y="1320147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8C2CFE-13DC-2944-AEF2-9B52EE3FA9BB}">
      <dsp:nvSpPr>
        <dsp:cNvPr id="0" name=""/>
        <dsp:cNvSpPr/>
      </dsp:nvSpPr>
      <dsp:spPr>
        <a:xfrm>
          <a:off x="115675" y="2370895"/>
          <a:ext cx="169249" cy="5190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19032"/>
              </a:lnTo>
              <a:lnTo>
                <a:pt x="169249" y="519032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2082C0-E954-8C4C-8061-3D385F4D940E}">
      <dsp:nvSpPr>
        <dsp:cNvPr id="0" name=""/>
        <dsp:cNvSpPr/>
      </dsp:nvSpPr>
      <dsp:spPr>
        <a:xfrm>
          <a:off x="567007" y="1569780"/>
          <a:ext cx="682640" cy="236949"/>
        </a:xfrm>
        <a:custGeom>
          <a:avLst/>
          <a:gdLst/>
          <a:ahLst/>
          <a:cxnLst/>
          <a:rect l="0" t="0" r="0" b="0"/>
          <a:pathLst>
            <a:path>
              <a:moveTo>
                <a:pt x="682640" y="0"/>
              </a:moveTo>
              <a:lnTo>
                <a:pt x="682640" y="118474"/>
              </a:lnTo>
              <a:lnTo>
                <a:pt x="0" y="118474"/>
              </a:lnTo>
              <a:lnTo>
                <a:pt x="0" y="236949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8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EB2FF3-B4B7-A642-B1FD-D14ACD61D714}">
      <dsp:nvSpPr>
        <dsp:cNvPr id="0" name=""/>
        <dsp:cNvSpPr/>
      </dsp:nvSpPr>
      <dsp:spPr>
        <a:xfrm>
          <a:off x="1249647" y="768665"/>
          <a:ext cx="4236882" cy="236949"/>
        </a:xfrm>
        <a:custGeom>
          <a:avLst/>
          <a:gdLst/>
          <a:ahLst/>
          <a:cxnLst/>
          <a:rect l="0" t="0" r="0" b="0"/>
          <a:pathLst>
            <a:path>
              <a:moveTo>
                <a:pt x="4236882" y="0"/>
              </a:moveTo>
              <a:lnTo>
                <a:pt x="4236882" y="118474"/>
              </a:lnTo>
              <a:lnTo>
                <a:pt x="0" y="118474"/>
              </a:lnTo>
              <a:lnTo>
                <a:pt x="0" y="236949"/>
              </a:lnTo>
            </a:path>
          </a:pathLst>
        </a:custGeom>
        <a:noFill/>
        <a:ln w="12700" cap="flat" cmpd="sng" algn="ctr">
          <a:solidFill>
            <a:sysClr val="windowText" lastClr="000000">
              <a:shade val="60000"/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14645C-3E73-7A4B-BC6A-51482C772C71}">
      <dsp:nvSpPr>
        <dsp:cNvPr id="0" name=""/>
        <dsp:cNvSpPr/>
      </dsp:nvSpPr>
      <dsp:spPr>
        <a:xfrm>
          <a:off x="4922364" y="204500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FPGA peak Detector</a:t>
          </a:r>
        </a:p>
      </dsp:txBody>
      <dsp:txXfrm>
        <a:off x="4922364" y="204500"/>
        <a:ext cx="1128330" cy="564165"/>
      </dsp:txXfrm>
    </dsp:sp>
    <dsp:sp modelId="{A97494B6-4821-FF4E-92C2-60AD730C1C26}">
      <dsp:nvSpPr>
        <dsp:cNvPr id="0" name=""/>
        <dsp:cNvSpPr/>
      </dsp:nvSpPr>
      <dsp:spPr>
        <a:xfrm>
          <a:off x="685482" y="1005614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prstClr val="white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Algorithm level</a:t>
          </a:r>
        </a:p>
      </dsp:txBody>
      <dsp:txXfrm>
        <a:off x="685482" y="1005614"/>
        <a:ext cx="1128330" cy="564165"/>
      </dsp:txXfrm>
    </dsp:sp>
    <dsp:sp modelId="{C29CD82A-8216-D444-9304-4DB6E3BCAB62}">
      <dsp:nvSpPr>
        <dsp:cNvPr id="0" name=""/>
        <dsp:cNvSpPr/>
      </dsp:nvSpPr>
      <dsp:spPr>
        <a:xfrm>
          <a:off x="2842" y="1806729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ASM </a:t>
          </a:r>
        </a:p>
      </dsp:txBody>
      <dsp:txXfrm>
        <a:off x="2842" y="1806729"/>
        <a:ext cx="1128330" cy="564165"/>
      </dsp:txXfrm>
    </dsp:sp>
    <dsp:sp modelId="{BF163D8A-D641-6045-9809-AB6076653F0F}">
      <dsp:nvSpPr>
        <dsp:cNvPr id="0" name=""/>
        <dsp:cNvSpPr/>
      </dsp:nvSpPr>
      <dsp:spPr>
        <a:xfrm>
          <a:off x="284925" y="2607844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Pseudocode</a:t>
          </a:r>
        </a:p>
      </dsp:txBody>
      <dsp:txXfrm>
        <a:off x="284925" y="2607844"/>
        <a:ext cx="1128330" cy="564165"/>
      </dsp:txXfrm>
    </dsp:sp>
    <dsp:sp modelId="{F6A5074C-1B89-E441-80A3-FBCD880CD4D2}">
      <dsp:nvSpPr>
        <dsp:cNvPr id="0" name=""/>
        <dsp:cNvSpPr/>
      </dsp:nvSpPr>
      <dsp:spPr>
        <a:xfrm>
          <a:off x="284925" y="3408959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Two-phase handshake</a:t>
          </a:r>
        </a:p>
      </dsp:txBody>
      <dsp:txXfrm>
        <a:off x="284925" y="3408959"/>
        <a:ext cx="1128330" cy="564165"/>
      </dsp:txXfrm>
    </dsp:sp>
    <dsp:sp modelId="{DD39B391-CCCA-A744-8060-266E0D895F78}">
      <dsp:nvSpPr>
        <dsp:cNvPr id="0" name=""/>
        <dsp:cNvSpPr/>
      </dsp:nvSpPr>
      <dsp:spPr>
        <a:xfrm>
          <a:off x="1368122" y="1806729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FSM</a:t>
          </a:r>
        </a:p>
      </dsp:txBody>
      <dsp:txXfrm>
        <a:off x="1368122" y="1806729"/>
        <a:ext cx="1128330" cy="564165"/>
      </dsp:txXfrm>
    </dsp:sp>
    <dsp:sp modelId="{2578F779-FAB5-8B44-93D9-C6AC16408740}">
      <dsp:nvSpPr>
        <dsp:cNvPr id="0" name=""/>
        <dsp:cNvSpPr/>
      </dsp:nvSpPr>
      <dsp:spPr>
        <a:xfrm>
          <a:off x="1650205" y="2607844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Submodule decomposition</a:t>
          </a:r>
        </a:p>
      </dsp:txBody>
      <dsp:txXfrm>
        <a:off x="1650205" y="2607844"/>
        <a:ext cx="1128330" cy="564165"/>
      </dsp:txXfrm>
    </dsp:sp>
    <dsp:sp modelId="{A7470FA1-9AA6-7E43-9115-36CAF99B2821}">
      <dsp:nvSpPr>
        <dsp:cNvPr id="0" name=""/>
        <dsp:cNvSpPr/>
      </dsp:nvSpPr>
      <dsp:spPr>
        <a:xfrm>
          <a:off x="1650205" y="3408959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Interconnection</a:t>
          </a:r>
        </a:p>
      </dsp:txBody>
      <dsp:txXfrm>
        <a:off x="1650205" y="3408959"/>
        <a:ext cx="1128330" cy="564165"/>
      </dsp:txXfrm>
    </dsp:sp>
    <dsp:sp modelId="{7671E05A-E47B-A64E-9F5C-47A48BE7CB51}">
      <dsp:nvSpPr>
        <dsp:cNvPr id="0" name=""/>
        <dsp:cNvSpPr/>
      </dsp:nvSpPr>
      <dsp:spPr>
        <a:xfrm>
          <a:off x="3416043" y="1005614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Register level (RTL)</a:t>
          </a:r>
        </a:p>
      </dsp:txBody>
      <dsp:txXfrm>
        <a:off x="3416043" y="1005614"/>
        <a:ext cx="1128330" cy="564165"/>
      </dsp:txXfrm>
    </dsp:sp>
    <dsp:sp modelId="{B5513DCF-A491-F849-84F2-A949891208AE}">
      <dsp:nvSpPr>
        <dsp:cNvPr id="0" name=""/>
        <dsp:cNvSpPr/>
      </dsp:nvSpPr>
      <dsp:spPr>
        <a:xfrm>
          <a:off x="2733402" y="1806729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VHDL</a:t>
          </a:r>
        </a:p>
      </dsp:txBody>
      <dsp:txXfrm>
        <a:off x="2733402" y="1806729"/>
        <a:ext cx="1128330" cy="564165"/>
      </dsp:txXfrm>
    </dsp:sp>
    <dsp:sp modelId="{95ECFE98-01BA-AC4A-BD87-0CBB29B5B7E4}">
      <dsp:nvSpPr>
        <dsp:cNvPr id="0" name=""/>
        <dsp:cNvSpPr/>
      </dsp:nvSpPr>
      <dsp:spPr>
        <a:xfrm>
          <a:off x="3015485" y="2607844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IO Processing</a:t>
          </a:r>
        </a:p>
      </dsp:txBody>
      <dsp:txXfrm>
        <a:off x="3015485" y="2607844"/>
        <a:ext cx="1128330" cy="564165"/>
      </dsp:txXfrm>
    </dsp:sp>
    <dsp:sp modelId="{D2770A83-E9EF-6941-861E-68D3D5F82C8F}">
      <dsp:nvSpPr>
        <dsp:cNvPr id="0" name=""/>
        <dsp:cNvSpPr/>
      </dsp:nvSpPr>
      <dsp:spPr>
        <a:xfrm>
          <a:off x="3015485" y="3408959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Pattern Detecting</a:t>
          </a:r>
        </a:p>
      </dsp:txBody>
      <dsp:txXfrm>
        <a:off x="3015485" y="3408959"/>
        <a:ext cx="1128330" cy="564165"/>
      </dsp:txXfrm>
    </dsp:sp>
    <dsp:sp modelId="{301FF272-D30F-1143-BF62-31E16F66A795}">
      <dsp:nvSpPr>
        <dsp:cNvPr id="0" name=""/>
        <dsp:cNvSpPr/>
      </dsp:nvSpPr>
      <dsp:spPr>
        <a:xfrm>
          <a:off x="3015485" y="4210074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Controller</a:t>
          </a:r>
        </a:p>
      </dsp:txBody>
      <dsp:txXfrm>
        <a:off x="3015485" y="4210074"/>
        <a:ext cx="1128330" cy="564165"/>
      </dsp:txXfrm>
    </dsp:sp>
    <dsp:sp modelId="{644DB54E-1A93-004B-989F-DC3BC3F05EEB}">
      <dsp:nvSpPr>
        <dsp:cNvPr id="0" name=""/>
        <dsp:cNvSpPr/>
      </dsp:nvSpPr>
      <dsp:spPr>
        <a:xfrm>
          <a:off x="4098683" y="1806729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VHDL</a:t>
          </a:r>
        </a:p>
      </dsp:txBody>
      <dsp:txXfrm>
        <a:off x="4098683" y="1806729"/>
        <a:ext cx="1128330" cy="564165"/>
      </dsp:txXfrm>
    </dsp:sp>
    <dsp:sp modelId="{46270345-25BD-8A4C-A0B4-0131E4347E9F}">
      <dsp:nvSpPr>
        <dsp:cNvPr id="0" name=""/>
        <dsp:cNvSpPr/>
      </dsp:nvSpPr>
      <dsp:spPr>
        <a:xfrm>
          <a:off x="4380765" y="2607844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Peak detecting</a:t>
          </a:r>
        </a:p>
      </dsp:txBody>
      <dsp:txXfrm>
        <a:off x="4380765" y="2607844"/>
        <a:ext cx="1128330" cy="564165"/>
      </dsp:txXfrm>
    </dsp:sp>
    <dsp:sp modelId="{4364C513-2076-064C-929B-07B08D33FC03}">
      <dsp:nvSpPr>
        <dsp:cNvPr id="0" name=""/>
        <dsp:cNvSpPr/>
      </dsp:nvSpPr>
      <dsp:spPr>
        <a:xfrm>
          <a:off x="4380765" y="3408959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Generator Interface</a:t>
          </a:r>
        </a:p>
      </dsp:txBody>
      <dsp:txXfrm>
        <a:off x="4380765" y="3408959"/>
        <a:ext cx="1128330" cy="564165"/>
      </dsp:txXfrm>
    </dsp:sp>
    <dsp:sp modelId="{C2F60AA4-8344-A143-BB21-7E8DCBB71078}">
      <dsp:nvSpPr>
        <dsp:cNvPr id="0" name=""/>
        <dsp:cNvSpPr/>
      </dsp:nvSpPr>
      <dsp:spPr>
        <a:xfrm>
          <a:off x="4380765" y="4210074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Interface</a:t>
          </a:r>
        </a:p>
      </dsp:txBody>
      <dsp:txXfrm>
        <a:off x="4380765" y="4210074"/>
        <a:ext cx="1128330" cy="564165"/>
      </dsp:txXfrm>
    </dsp:sp>
    <dsp:sp modelId="{D2345B8F-D2F3-CB4F-BE43-D8A4FD6150C5}">
      <dsp:nvSpPr>
        <dsp:cNvPr id="0" name=""/>
        <dsp:cNvSpPr/>
      </dsp:nvSpPr>
      <dsp:spPr>
        <a:xfrm>
          <a:off x="5463963" y="1005614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Simulate</a:t>
          </a:r>
        </a:p>
      </dsp:txBody>
      <dsp:txXfrm>
        <a:off x="5463963" y="1005614"/>
        <a:ext cx="1128330" cy="564165"/>
      </dsp:txXfrm>
    </dsp:sp>
    <dsp:sp modelId="{A0732908-3BA0-C94C-832F-DBBA820143D3}">
      <dsp:nvSpPr>
        <dsp:cNvPr id="0" name=""/>
        <dsp:cNvSpPr/>
      </dsp:nvSpPr>
      <dsp:spPr>
        <a:xfrm>
          <a:off x="5746046" y="1806729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Standalone</a:t>
          </a:r>
        </a:p>
      </dsp:txBody>
      <dsp:txXfrm>
        <a:off x="5746046" y="1806729"/>
        <a:ext cx="1128330" cy="564165"/>
      </dsp:txXfrm>
    </dsp:sp>
    <dsp:sp modelId="{3634866C-28D8-DE4D-B4C5-42DE300CFEAA}">
      <dsp:nvSpPr>
        <dsp:cNvPr id="0" name=""/>
        <dsp:cNvSpPr/>
      </dsp:nvSpPr>
      <dsp:spPr>
        <a:xfrm>
          <a:off x="5746046" y="2607844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Standalone</a:t>
          </a:r>
        </a:p>
      </dsp:txBody>
      <dsp:txXfrm>
        <a:off x="5746046" y="2607844"/>
        <a:ext cx="1128330" cy="564165"/>
      </dsp:txXfrm>
    </dsp:sp>
    <dsp:sp modelId="{2142EDD2-8433-5C47-819D-AEDDA1371E01}">
      <dsp:nvSpPr>
        <dsp:cNvPr id="0" name=""/>
        <dsp:cNvSpPr/>
      </dsp:nvSpPr>
      <dsp:spPr>
        <a:xfrm>
          <a:off x="6829243" y="1005614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Test on board</a:t>
          </a:r>
        </a:p>
      </dsp:txBody>
      <dsp:txXfrm>
        <a:off x="6829243" y="1005614"/>
        <a:ext cx="1128330" cy="564165"/>
      </dsp:txXfrm>
    </dsp:sp>
    <dsp:sp modelId="{D160160A-5629-9443-BB2D-43E0FE9E1558}">
      <dsp:nvSpPr>
        <dsp:cNvPr id="0" name=""/>
        <dsp:cNvSpPr/>
      </dsp:nvSpPr>
      <dsp:spPr>
        <a:xfrm>
          <a:off x="7111326" y="1806729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CP + supplied DP</a:t>
          </a:r>
        </a:p>
      </dsp:txBody>
      <dsp:txXfrm>
        <a:off x="7111326" y="1806729"/>
        <a:ext cx="1128330" cy="564165"/>
      </dsp:txXfrm>
    </dsp:sp>
    <dsp:sp modelId="{7497A62F-FD13-F04A-9621-089991D40B76}">
      <dsp:nvSpPr>
        <dsp:cNvPr id="0" name=""/>
        <dsp:cNvSpPr/>
      </dsp:nvSpPr>
      <dsp:spPr>
        <a:xfrm>
          <a:off x="7111326" y="2607844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 + supplied CP</a:t>
          </a:r>
        </a:p>
      </dsp:txBody>
      <dsp:txXfrm>
        <a:off x="7111326" y="2607844"/>
        <a:ext cx="1128330" cy="564165"/>
      </dsp:txXfrm>
    </dsp:sp>
    <dsp:sp modelId="{932FEB80-CD14-EA45-8DD5-BB684E9F6006}">
      <dsp:nvSpPr>
        <dsp:cNvPr id="0" name=""/>
        <dsp:cNvSpPr/>
      </dsp:nvSpPr>
      <dsp:spPr>
        <a:xfrm>
          <a:off x="7111326" y="3408959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DP&amp;CP integration</a:t>
          </a:r>
        </a:p>
      </dsp:txBody>
      <dsp:txXfrm>
        <a:off x="7111326" y="3408959"/>
        <a:ext cx="1128330" cy="564165"/>
      </dsp:txXfrm>
    </dsp:sp>
    <dsp:sp modelId="{FAB7ED0E-4239-E745-BA55-B581D852E1A8}">
      <dsp:nvSpPr>
        <dsp:cNvPr id="0" name=""/>
        <dsp:cNvSpPr/>
      </dsp:nvSpPr>
      <dsp:spPr>
        <a:xfrm>
          <a:off x="9159247" y="1005614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Documentation</a:t>
          </a:r>
        </a:p>
      </dsp:txBody>
      <dsp:txXfrm>
        <a:off x="9159247" y="1005614"/>
        <a:ext cx="1128330" cy="564165"/>
      </dsp:txXfrm>
    </dsp:sp>
    <dsp:sp modelId="{1FCCF6DF-B9D6-7F43-860C-B6C8867A8FD7}">
      <dsp:nvSpPr>
        <dsp:cNvPr id="0" name=""/>
        <dsp:cNvSpPr/>
      </dsp:nvSpPr>
      <dsp:spPr>
        <a:xfrm>
          <a:off x="8476606" y="1806729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Report</a:t>
          </a:r>
        </a:p>
      </dsp:txBody>
      <dsp:txXfrm>
        <a:off x="8476606" y="1806729"/>
        <a:ext cx="1128330" cy="564165"/>
      </dsp:txXfrm>
    </dsp:sp>
    <dsp:sp modelId="{7B8801EC-3298-644D-A422-9902F2C5F0B6}">
      <dsp:nvSpPr>
        <dsp:cNvPr id="0" name=""/>
        <dsp:cNvSpPr/>
      </dsp:nvSpPr>
      <dsp:spPr>
        <a:xfrm>
          <a:off x="8758689" y="2607844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Outline</a:t>
          </a:r>
        </a:p>
      </dsp:txBody>
      <dsp:txXfrm>
        <a:off x="8758689" y="2607844"/>
        <a:ext cx="1128330" cy="564165"/>
      </dsp:txXfrm>
    </dsp:sp>
    <dsp:sp modelId="{1733DA29-CE77-2A4D-A7A8-03D0F7F098C0}">
      <dsp:nvSpPr>
        <dsp:cNvPr id="0" name=""/>
        <dsp:cNvSpPr/>
      </dsp:nvSpPr>
      <dsp:spPr>
        <a:xfrm>
          <a:off x="8758689" y="3408959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Figures</a:t>
          </a:r>
        </a:p>
      </dsp:txBody>
      <dsp:txXfrm>
        <a:off x="8758689" y="3408959"/>
        <a:ext cx="1128330" cy="564165"/>
      </dsp:txXfrm>
    </dsp:sp>
    <dsp:sp modelId="{83B3AF30-52BD-3341-B9FB-2EA7FF54F841}">
      <dsp:nvSpPr>
        <dsp:cNvPr id="0" name=""/>
        <dsp:cNvSpPr/>
      </dsp:nvSpPr>
      <dsp:spPr>
        <a:xfrm>
          <a:off x="9841887" y="1806729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Video</a:t>
          </a:r>
        </a:p>
      </dsp:txBody>
      <dsp:txXfrm>
        <a:off x="9841887" y="1806729"/>
        <a:ext cx="1128330" cy="564165"/>
      </dsp:txXfrm>
    </dsp:sp>
    <dsp:sp modelId="{BE79A9B2-730F-1E4E-A3F4-D73F4D710E30}">
      <dsp:nvSpPr>
        <dsp:cNvPr id="0" name=""/>
        <dsp:cNvSpPr/>
      </dsp:nvSpPr>
      <dsp:spPr>
        <a:xfrm>
          <a:off x="10123969" y="2607844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Slides</a:t>
          </a:r>
        </a:p>
      </dsp:txBody>
      <dsp:txXfrm>
        <a:off x="10123969" y="2607844"/>
        <a:ext cx="1128330" cy="564165"/>
      </dsp:txXfrm>
    </dsp:sp>
    <dsp:sp modelId="{A8DF82CC-CD72-3545-A9D9-E3B12D76A333}">
      <dsp:nvSpPr>
        <dsp:cNvPr id="0" name=""/>
        <dsp:cNvSpPr/>
      </dsp:nvSpPr>
      <dsp:spPr>
        <a:xfrm>
          <a:off x="10123969" y="3408959"/>
          <a:ext cx="1128330" cy="564165"/>
        </a:xfrm>
        <a:prstGeom prst="rect">
          <a:avLst/>
        </a:prstGeom>
        <a:solidFill>
          <a:srgbClr val="0E5DA3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100" kern="1200" dirty="0">
              <a:solidFill>
                <a:sysClr val="window" lastClr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Script</a:t>
          </a:r>
        </a:p>
      </dsp:txBody>
      <dsp:txXfrm>
        <a:off x="10123969" y="3408959"/>
        <a:ext cx="1128330" cy="5641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F66D91-1DA4-3D40-8231-26888205B177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508E65-378B-4D49-A90B-D1929CD126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7032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508E65-378B-4D49-A90B-D1929CD1260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022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A8D5A-B9EA-755B-5655-395C3D391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51EBC6-5E1E-3D22-F5EE-E27A3113A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CFEEC-AA76-3820-50E2-ADA92A3E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3CE6A-410E-1841-95F9-B622D1F1890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60460-3D32-B29A-44E5-C84B5F4A3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651D9-9907-1410-FA37-F79751DD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687C-8EC0-B745-BCF6-CECC702064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5810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1ADC0-BD6C-A323-CC6D-97AF806C4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FAB45-C20C-4066-3A49-F6DF02255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2A238-010F-F2C4-DD32-32DAD0BE8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3CE6A-410E-1841-95F9-B622D1F1890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F635F-00EC-41D4-9485-B6D84AAF6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2EF8C-A236-1063-8A43-F3A547D81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687C-8EC0-B745-BCF6-CECC702064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185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BB885-A7A2-4F0E-DEDF-A82636E74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CE5F2-B103-08F8-1177-F6B2FEDCC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23651-FA0D-6D3C-5FBB-70BCDFE19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3CE6A-410E-1841-95F9-B622D1F1890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E4A56-9E5D-66F7-BA0F-CD345CFBC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08BF6-DE74-762A-C9D8-5F1079502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687C-8EC0-B745-BCF6-CECC702064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489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7BB36-77FF-ADF9-1F82-40A756302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C7379-3AAD-2FE2-F4C4-2CDD636E6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C1B491-DB7A-E17D-A5A1-574A6DA06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88F06-57E3-442D-B660-225DD17BB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3CE6A-410E-1841-95F9-B622D1F1890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CE659-9485-FE9A-604A-962A7194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E1789-BD1C-1D17-137F-A65C485C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687C-8EC0-B745-BCF6-CECC702064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330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132FE-A4D3-3EB8-05F4-56D58757E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289DC-4088-79AA-763D-149328735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1EC2B-6D2F-8AA0-0335-754DB21F7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254D41-3307-F972-FFFA-10ED8E925F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1EF678-EB01-CDBF-38D5-7AC1D7B88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18D020-B51D-194F-2E7D-25225C455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3CE6A-410E-1841-95F9-B622D1F1890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38D7D7-3FAE-F55D-6759-4FA99B9E1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A24EA4-5465-1B10-7686-700A5E40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687C-8EC0-B745-BCF6-CECC702064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8319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75DBE-07C4-AD67-5A07-51FCE79BC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4CE2DD-ECC0-4A7F-7152-1621183D3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3CE6A-410E-1841-95F9-B622D1F1890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718AD-A08B-564C-E077-C21FC8206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98C674-048C-8B81-567F-5EE7DCB40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687C-8EC0-B745-BCF6-CECC702064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7630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C45E0D-FC80-BD47-DEA4-76AD78DF1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3CE6A-410E-1841-95F9-B622D1F1890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65306-4427-0E0C-2E9D-362801132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E298E-FA12-1EAE-1EFB-17666B714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687C-8EC0-B745-BCF6-CECC702064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1317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FB825-B985-3AB6-A5BB-5DB63ACF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D05F1-EEFB-C487-70C6-75CCEB91F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62172-060D-C2E5-F010-706A5A06F1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2250B0-EED9-6974-9887-BA805BD56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3CE6A-410E-1841-95F9-B622D1F1890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12631E-7719-4E88-1F50-2C7F4C2FB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AF096-15CB-0585-6E7A-7A067CF11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687C-8EC0-B745-BCF6-CECC702064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8850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D875E-50CB-9F86-5D0A-0A910FABC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DC65EC-977F-6226-2BEE-98B39A81A9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E8AC6-4FF3-163D-A9EE-F7530D838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25891-BA9B-50CA-3822-C85D02E6A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3CE6A-410E-1841-95F9-B622D1F1890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E312DD-1D23-7202-75B7-20CC9C9A0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9D31A9-9526-5977-5F8B-ED7D52025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687C-8EC0-B745-BCF6-CECC702064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126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2FFAB-DA35-EFCD-B32F-09714009B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2A6000-57BB-75C1-7539-86FA5C56F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38AF10-11DD-CE33-09CC-2EF104611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3CE6A-410E-1841-95F9-B622D1F1890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AEF16-2C4A-E81C-F1F9-7AD10F9DD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42A72-A7B8-FD4E-1DA4-537BDB39C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687C-8EC0-B745-BCF6-CECC702064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104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E71728-62CB-A499-E9EA-BA39097E41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B5CA0-8063-FC41-E2A7-04C73C6CB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8E797-3B83-34B5-B998-31889E0EE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3CE6A-410E-1841-95F9-B622D1F1890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4FE34-2AE9-7908-2526-C99BC976C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1C8F6-BDE7-BFF4-492C-F6AEEE461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3687C-8EC0-B745-BCF6-CECC702064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746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8A6697-E62A-0771-87EF-61536F935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87A16-4AFA-12C6-D4BA-18B9FF12F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08FFE-3654-CBCC-309F-DA5FD5106F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E3CE6A-410E-1841-95F9-B622D1F18902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1581F-FF7C-8CF2-AB32-B9E2185BA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03925-7F81-AD8F-FAD7-4A1EF2865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C3687C-8EC0-B745-BCF6-CECC702064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2540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SmartArt">
            <a:extLst>
              <a:ext uri="{FF2B5EF4-FFF2-40B4-BE49-F238E27FC236}">
                <a16:creationId xmlns:a16="http://schemas.microsoft.com/office/drawing/2014/main" id="{DA20D600-9C3F-2BA7-4C24-0447A6EF1F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1359714"/>
              </p:ext>
            </p:extLst>
          </p:nvPr>
        </p:nvGraphicFramePr>
        <p:xfrm>
          <a:off x="370799" y="1305946"/>
          <a:ext cx="11255143" cy="49787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A3435E1-7948-6276-49D2-A79A1107D8F3}"/>
              </a:ext>
            </a:extLst>
          </p:cNvPr>
          <p:cNvSpPr txBox="1"/>
          <p:nvPr/>
        </p:nvSpPr>
        <p:spPr>
          <a:xfrm>
            <a:off x="800100" y="1460500"/>
            <a:ext cx="17620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DP: Data Processor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9DD1B1-271D-DD52-7B6D-E7ABE2952519}"/>
              </a:ext>
            </a:extLst>
          </p:cNvPr>
          <p:cNvSpPr txBox="1"/>
          <p:nvPr/>
        </p:nvSpPr>
        <p:spPr>
          <a:xfrm>
            <a:off x="800100" y="1768277"/>
            <a:ext cx="22317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CP: Command Processor</a:t>
            </a:r>
          </a:p>
        </p:txBody>
      </p:sp>
    </p:spTree>
    <p:extLst>
      <p:ext uri="{BB962C8B-B14F-4D97-AF65-F5344CB8AC3E}">
        <p14:creationId xmlns:p14="http://schemas.microsoft.com/office/powerpoint/2010/main" val="2206926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72</Words>
  <Application>Microsoft Macintosh PowerPoint</Application>
  <PresentationFormat>Widescreen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 Neue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Xinrui Zhu</dc:creator>
  <cp:lastModifiedBy>Xinrui Zhu</cp:lastModifiedBy>
  <cp:revision>2</cp:revision>
  <dcterms:created xsi:type="dcterms:W3CDTF">2026-04-13T12:44:13Z</dcterms:created>
  <dcterms:modified xsi:type="dcterms:W3CDTF">2026-04-13T12:49:52Z</dcterms:modified>
</cp:coreProperties>
</file>